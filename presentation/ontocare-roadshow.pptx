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51198780" cy="21941790"/>
  <p:notesSz cx="6858000" cy="9144000"/>
  <p:embeddedFontLst>
    <p:embeddedFont>
      <p:font typeface="Noto Sans SC" panose="020B0200000000000000" charset="-122"/>
      <p:regular r:id="rId15"/>
    </p:embeddedFont>
    <p:embeddedFont>
      <p:font typeface="PingFang SC" panose="020B0400000000000000" charset="-122"/>
      <p:regular r:id="rId16"/>
    </p:embeddedFont>
    <p:embeddedFont>
      <p:font typeface="PingFang SC Semibold" panose="020B0400000000000000" charset="-122"/>
      <p:regular r:id="rId17"/>
    </p:embeddedFont>
    <p:embeddedFont>
      <p:font typeface="PingFang SC Regular" panose="020B0400000000000000" charset="-122"/>
      <p:regular r:id="rId1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OntoCare 项目定位</a:t>
            </a:r>
          </a:p>
          <a:p>
            <a:r>
              <a:t>建议讲述：20秒</a:t>
            </a:r>
          </a:p>
          <a:p/>
          <a:p>
            <a:r>
              <a:t>大家好，我们的项目是 OntoCare，面向多 SKU 售后服务与经营复盘。我们通过本体连接产品、订单、工单和知识，为客户提供有依据的答复，为商家提供可追溯的核查线索。接下来介绍三个创新点。</a:t>
            </a:r>
          </a:p>
          <a:p/>
          <a:p>
            <a:r>
              <a:t>来源：当前对话已确认的8页设计图；官方模板“Anker 首届黑客松挑战赛_总决赛PPT模版.pptx”。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多 SKU 售后的三大业务痛点</a:t>
            </a:r>
          </a:p>
          <a:p>
            <a:r>
              <a:t>建议讲述：35秒</a:t>
            </a:r>
          </a:p>
          <a:p/>
          <a:p>
            <a:r>
              <a:t>多 SKU 售后存在三类问题。第一，同名型号容易混淆，产品、订单与知识分散，用户需要反复补充信息。第二，工单数量看得见，但问题依据与核查路径难串联，人工复盘很难落到行动。第三，修好一个回答之后，相似问题还可能再次出现。因此，服务处理、经营核查与策略改进，需要共用同一套业务依据。</a:t>
            </a:r>
          </a:p>
          <a:p/>
          <a:p>
            <a:r>
              <a:t>来源：当前对话已确认的8页设计图；官方模板“Anker 首届黑客松挑战赛_总决赛PPT模版.pptx”。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创新一：本体驱动的服务关联</a:t>
            </a:r>
          </a:p>
          <a:p>
            <a:r>
              <a:t>建议讲述：50秒</a:t>
            </a:r>
          </a:p>
          <a:p/>
          <a:p>
            <a:r>
              <a:t>第一项创新是本体驱动的服务关联。用户说 S1 Pro 吸力弱时，系统先结合上下文识别产品；同名型号有歧义时，先确认是扫地机还是吸奶器。之后通过产品实体检索候选订单，用户确认后再绑定。最后在产品知识和规则限定的范围内，命中可靠缓存就直接回答，复杂问题再由 LLM 结合证据组织回复，并附上来源。这样既保留连续排障状态，也能回看引用与处理 Trace。</a:t>
            </a:r>
          </a:p>
          <a:p/>
          <a:p>
            <a:r>
              <a:t>来源：当前对话已确认的8页设计图；官方模板“Anker 首届黑客松挑战赛_总决赛PPT模版.pptx”。 示例依据：黑客松智能服务赛题资料.xlsx，订单 Anker013（SKU T8D04121）；Breastpump Q&amp;A 第41行，弱吸力排障。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创新二：证据驱动的经营归因</a:t>
            </a:r>
          </a:p>
          <a:p>
            <a:r>
              <a:t>建议讲述：60秒</a:t>
            </a:r>
          </a:p>
          <a:p/>
          <a:p>
            <a:r>
              <a:t>第二项创新是证据驱动的经营归因。示例数据中，X10 Pro 有 14 条工单，其中 11 条为排障或使用咨询，3 条为物流咨询。系统按语义归类工单，再把统计结果关联到源表原文、本体实体与处理 Trace。LLM 据此解释问题分布，并提出需要验证的核查建议。这里必须区分，14 条和 11 条是统计事实，而具体原因仍是待验证的假设，不能把工单分布直接当作根因结论。</a:t>
            </a:r>
          </a:p>
          <a:p/>
          <a:p>
            <a:r>
              <a:t>来源：当前对话已确认的8页设计图；官方模板“Anker 首届黑客松挑战赛_总决赛PPT模版.pptx”。 数据依据：黑客松智能服务赛题资料.xlsx，“客诉工单信息”共63条，X10 Pro 14条，11条排障/使用咨询、3条物流咨询；第17、20、21行为原文示例。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创新三：评测驱动的持续改进</a:t>
            </a:r>
          </a:p>
          <a:p>
            <a:r>
              <a:t>建议讲述：60秒</a:t>
            </a:r>
          </a:p>
          <a:p/>
          <a:p>
            <a:r>
              <a:t>第三项创新是评测驱动的持续改进。红队模拟用户并进行多轮追问，蓝队调用被测客服。比如用户只说 S1 Pro 吸力弱，客服却直接建议检查扫地机滚刷，这就是没有消歧的失败示例。评审同时使用业务硬断言和 LLM Judge：规则检查产品确认与知识范围，模型辅助评估忠实度和回复质量。定位缺陷后，先人工审核，再更新规则或知识，并把问题加入回归集，复测通过后再发布。</a:t>
            </a:r>
          </a:p>
          <a:p/>
          <a:p>
            <a:r>
              <a:t>来源：当前对话已确认的8页设计图；官方模板“Anker 首届黑客松挑战赛_总决赛PPT模版.pptx”。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验证、成本与落地计划</a:t>
            </a:r>
          </a:p>
          <a:p>
            <a:r>
              <a:t>建议讲述：55秒</a:t>
            </a:r>
          </a:p>
          <a:p/>
          <a:p>
            <a:r>
              <a:t>如何验证价值？历史记录提供了三种不同范围的指标，不能混成一项成绩，也不能视为当前版本已验收。下一步固定版本、样本和标准，统一复测事实与业务约束。成本要同时记录缓存、模型 Token、工具调用，以及知识维护和人工复核。业务试点用相同任务对比人工处理与 AI 辅助，检查复盘耗时、引用准确率、建议采纳率和单位合格答复成本，验证后再扩大使用。</a:t>
            </a:r>
          </a:p>
          <a:p/>
          <a:p>
            <a:r>
              <a:t>来源：当前对话已确认的8页设计图；官方模板“Anker 首届黑客松挑战赛_总决赛PPT模版.pptx”。 历史指标依据：用户提供的历史问答记录62/74、302/351、69/101，各自评测范围不同，并非当前版本验收成绩。成本及试点指标为待测方案。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OntoCare 全链路技术架构与自进化机制</a:t>
            </a:r>
          </a:p>
          <a:p/>
          <a:p>
            <a:r>
              <a:t>这张图分为离线知识构建、在线处理和反馈修复。离线用专家定义的 Schema 清洗映射产品、订单和 SOP，构建 Service Ontology、Decision Ontology，以及图数据库和向量库。在线先把图片和视频转换为带不确定项的文字证据，再做实体消歧，把图谱推理和向量召回限定在同一产品子图。DeepSeek 结合证据、节点关系和允许或阻止的动作生成候选答复，服务端再校验结论、引用和工具动作，发现无依据承诺或越权就回退。点踩会捕获对话、检索、案件状态与 Decision Trace。修复针对长尾策略、FAQ 或决策规则，经人工审核和回归后回写底座。HyDE 和 Rerank 是在保持产品过滤前提下的后续评估方向。</a:t>
            </a:r>
          </a:p>
          <a:p/>
          <a:p>
            <a:r>
              <a:t>来源：用户本轮提供的六步修订技术架构说明。图中“02”为离线构建，其余为在线处理或反馈修复。HyDE 与 Rerank 按原说明标为后续评估。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THANKS 感谢观看</a:t>
            </a:r>
          </a:p>
          <a:p/>
          <a:p>
            <a:r>
              <a:t>赛道：智能服务</a:t>
            </a:r>
          </a:p>
          <a:p>
            <a:r>
              <a:t>作品名称：OntoCare 本体驱动的售后服务与经营复盘</a:t>
            </a:r>
          </a:p>
          <a:p>
            <a:r>
              <a:t>队伍名称：OntoCare 本体队</a:t>
            </a:r>
          </a:p>
          <a:p>
            <a:r>
              <a:t>队伍成员：蒋恩晶、叶品驿、雷景喻</a:t>
            </a:r>
          </a:p>
          <a:p>
            <a:r>
              <a:t>队长：蒋恩晶</a:t>
            </a:r>
          </a:p>
          <a:p/>
          <a:p>
            <a:r>
              <a:t>OntoCare 希望让每一次服务答复有依据，让每一次经营复盘可以回查，也让每一次失败成为下一次改进的输入。我们期待与售后团队开展真实业务试点，用统一的验收口径验证价值。感谢观看，欢迎交流。</a:t>
            </a:r>
          </a:p>
          <a:p/>
          <a:p>
            <a:r>
              <a:t>报名信息来源：用户本轮提供的报名信息表截图。版式来源：用户本轮提供的官方结束页模板截图。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119878" y="8289121"/>
            <a:ext cx="40959024" cy="316937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3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7679817" y="12067985"/>
            <a:ext cx="35839146" cy="243797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7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5119878" y="9142413"/>
            <a:ext cx="40959024" cy="365696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2879931" y="1706584"/>
            <a:ext cx="45438917" cy="268177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2879931" y="6094942"/>
            <a:ext cx="45438917" cy="136526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2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3152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1pPr>
            <a:lvl2pPr marL="170688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2pPr>
            <a:lvl3pPr marL="268160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3pPr>
            <a:lvl4pPr marL="365696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4pPr>
            <a:lvl5pPr marL="463232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5pPr>
            <a:lvl6pPr marL="560705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6pPr>
            <a:lvl7pPr marL="658241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7pPr>
            <a:lvl8pPr marL="755777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8pPr>
            <a:lvl9pPr marL="853313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2879931" y="1706584"/>
            <a:ext cx="45438917" cy="268177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2879931" y="6094942"/>
            <a:ext cx="21119497" cy="136526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3152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1pPr>
            <a:lvl2pPr marL="170688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2pPr>
            <a:lvl3pPr marL="268160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3pPr>
            <a:lvl4pPr marL="365696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4pPr>
            <a:lvl5pPr marL="463232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5pPr>
            <a:lvl6pPr marL="560705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6pPr>
            <a:lvl7pPr marL="658241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7pPr>
            <a:lvl8pPr marL="755777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8pPr>
            <a:lvl9pPr marL="853313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27199352" y="6094942"/>
            <a:ext cx="21119497" cy="136526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3152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1pPr>
            <a:lvl2pPr marL="170688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2pPr>
            <a:lvl3pPr marL="268160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3pPr>
            <a:lvl4pPr marL="365696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4pPr>
            <a:lvl5pPr marL="463232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5pPr>
            <a:lvl6pPr marL="560705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6pPr>
            <a:lvl7pPr marL="658241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7pPr>
            <a:lvl8pPr marL="755777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8pPr>
            <a:lvl9pPr marL="853313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2879931" y="1706584"/>
            <a:ext cx="45438917" cy="268177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2879931" y="6094942"/>
            <a:ext cx="21119497" cy="136526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2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3152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1pPr>
            <a:lvl2pPr marL="170688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2pPr>
            <a:lvl3pPr marL="268160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3pPr>
            <a:lvl4pPr marL="365696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4pPr>
            <a:lvl5pPr marL="4632325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5pPr>
            <a:lvl6pPr marL="560705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6pPr>
            <a:lvl7pPr marL="658241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7pPr>
            <a:lvl8pPr marL="755777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8pPr>
            <a:lvl9pPr marL="8533130" indent="-731520">
              <a:lnSpc>
                <a:spcPct val="110000"/>
              </a:lnSpc>
              <a:spcBef>
                <a:spcPts val="0"/>
              </a:spcBef>
              <a:spcAft>
                <a:spcPts val="384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editable-brand-triangle#1"/>
          <p:cNvSpPr>
            <a:spLocks noGrp="1"/>
          </p:cNvSpPr>
          <p:nvPr/>
        </p:nvSpPr>
        <p:spPr>
          <a:xfrm>
            <a:off x="32376013" y="908673"/>
            <a:ext cx="5063259" cy="17772583"/>
          </a:xfrm>
          <a:custGeom>
            <a:avLst/>
            <a:gdLst/>
            <a:ahLst/>
            <a:cxnLst/>
            <a:rect l="0" t="0" r="0" b="0"/>
            <a:pathLst>
              <a:path w="1804808" h="6334125">
                <a:moveTo>
                  <a:pt x="1783080" y="0"/>
                </a:moveTo>
                <a:lnTo>
                  <a:pt x="0" y="6334125"/>
                </a:lnTo>
                <a:lnTo>
                  <a:pt x="60290" y="6271243"/>
                </a:lnTo>
                <a:lnTo>
                  <a:pt x="1804808" y="74105"/>
                </a:lnTo>
                <a:close/>
              </a:path>
            </a:pathLst>
          </a:custGeom>
          <a:gradFill>
            <a:gsLst>
              <a:gs pos="0">
                <a:srgbClr val="152140">
                  <a:alpha val="4000"/>
                </a:srgbClr>
              </a:gs>
              <a:gs pos="8000">
                <a:srgbClr val="152140">
                  <a:alpha val="70000"/>
                </a:srgbClr>
              </a:gs>
              <a:gs pos="28000">
                <a:srgbClr val="152140"/>
              </a:gs>
              <a:gs pos="88000">
                <a:srgbClr val="152140"/>
              </a:gs>
              <a:gs pos="100000">
                <a:srgbClr val="152140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" name="editable-brand-triangle#2"/>
          <p:cNvSpPr>
            <a:spLocks noGrp="1"/>
          </p:cNvSpPr>
          <p:nvPr/>
        </p:nvSpPr>
        <p:spPr>
          <a:xfrm>
            <a:off x="32525695" y="1092679"/>
            <a:ext cx="4967521" cy="17432439"/>
          </a:xfrm>
          <a:custGeom>
            <a:avLst/>
            <a:gdLst/>
            <a:ahLst/>
            <a:cxnLst/>
            <a:rect l="0" t="0" r="0" b="0"/>
            <a:pathLst>
              <a:path w="1770682" h="6212898">
                <a:moveTo>
                  <a:pt x="1748954" y="0"/>
                </a:moveTo>
                <a:lnTo>
                  <a:pt x="0" y="6212898"/>
                </a:lnTo>
                <a:lnTo>
                  <a:pt x="60290" y="6150016"/>
                </a:lnTo>
                <a:lnTo>
                  <a:pt x="1770682" y="74105"/>
                </a:lnTo>
                <a:close/>
              </a:path>
            </a:pathLst>
          </a:custGeom>
          <a:gradFill>
            <a:gsLst>
              <a:gs pos="0">
                <a:srgbClr val="102D55">
                  <a:alpha val="4000"/>
                </a:srgbClr>
              </a:gs>
              <a:gs pos="8000">
                <a:srgbClr val="102D55">
                  <a:alpha val="70000"/>
                </a:srgbClr>
              </a:gs>
              <a:gs pos="28000">
                <a:srgbClr val="102D55"/>
              </a:gs>
              <a:gs pos="88000">
                <a:srgbClr val="102D55"/>
              </a:gs>
              <a:gs pos="100000">
                <a:srgbClr val="102D55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" name="editable-brand-triangle#3"/>
          <p:cNvSpPr>
            <a:spLocks noGrp="1"/>
          </p:cNvSpPr>
          <p:nvPr/>
        </p:nvSpPr>
        <p:spPr>
          <a:xfrm>
            <a:off x="32675376" y="1276684"/>
            <a:ext cx="4871784" cy="17092295"/>
          </a:xfrm>
          <a:custGeom>
            <a:avLst/>
            <a:gdLst/>
            <a:ahLst/>
            <a:cxnLst/>
            <a:rect l="0" t="0" r="0" b="0"/>
            <a:pathLst>
              <a:path w="1736556" h="6091671">
                <a:moveTo>
                  <a:pt x="1714828" y="0"/>
                </a:moveTo>
                <a:lnTo>
                  <a:pt x="0" y="6091671"/>
                </a:lnTo>
                <a:lnTo>
                  <a:pt x="60290" y="6028790"/>
                </a:lnTo>
                <a:lnTo>
                  <a:pt x="1736556" y="74105"/>
                </a:lnTo>
                <a:close/>
              </a:path>
            </a:pathLst>
          </a:custGeom>
          <a:gradFill>
            <a:gsLst>
              <a:gs pos="0">
                <a:srgbClr val="0A3A6A">
                  <a:alpha val="4000"/>
                </a:srgbClr>
              </a:gs>
              <a:gs pos="8000">
                <a:srgbClr val="0A3A6A">
                  <a:alpha val="70000"/>
                </a:srgbClr>
              </a:gs>
              <a:gs pos="28000">
                <a:srgbClr val="0A3A6A"/>
              </a:gs>
              <a:gs pos="88000">
                <a:srgbClr val="0A3A6A"/>
              </a:gs>
              <a:gs pos="100000">
                <a:srgbClr val="0A3A6A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4" name="editable-brand-triangle#4"/>
          <p:cNvSpPr>
            <a:spLocks noGrp="1"/>
          </p:cNvSpPr>
          <p:nvPr/>
        </p:nvSpPr>
        <p:spPr>
          <a:xfrm>
            <a:off x="32825057" y="1460689"/>
            <a:ext cx="4776046" cy="16752151"/>
          </a:xfrm>
          <a:custGeom>
            <a:avLst/>
            <a:gdLst/>
            <a:ahLst/>
            <a:cxnLst/>
            <a:rect l="0" t="0" r="0" b="0"/>
            <a:pathLst>
              <a:path w="1702431" h="5970445">
                <a:moveTo>
                  <a:pt x="1680703" y="0"/>
                </a:moveTo>
                <a:lnTo>
                  <a:pt x="0" y="5970445"/>
                </a:lnTo>
                <a:lnTo>
                  <a:pt x="60290" y="5907563"/>
                </a:lnTo>
                <a:lnTo>
                  <a:pt x="1702431" y="74105"/>
                </a:lnTo>
                <a:close/>
              </a:path>
            </a:pathLst>
          </a:custGeom>
          <a:gradFill>
            <a:gsLst>
              <a:gs pos="0">
                <a:srgbClr val="05467F">
                  <a:alpha val="4000"/>
                </a:srgbClr>
              </a:gs>
              <a:gs pos="8000">
                <a:srgbClr val="05467F">
                  <a:alpha val="70000"/>
                </a:srgbClr>
              </a:gs>
              <a:gs pos="28000">
                <a:srgbClr val="05467F"/>
              </a:gs>
              <a:gs pos="88000">
                <a:srgbClr val="05467F"/>
              </a:gs>
              <a:gs pos="100000">
                <a:srgbClr val="05467F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5" name="editable-brand-triangle#5"/>
          <p:cNvSpPr>
            <a:spLocks noGrp="1"/>
          </p:cNvSpPr>
          <p:nvPr/>
        </p:nvSpPr>
        <p:spPr>
          <a:xfrm>
            <a:off x="32974738" y="1644694"/>
            <a:ext cx="4680309" cy="16412007"/>
          </a:xfrm>
          <a:custGeom>
            <a:avLst/>
            <a:gdLst/>
            <a:ahLst/>
            <a:cxnLst/>
            <a:rect l="0" t="0" r="0" b="0"/>
            <a:pathLst>
              <a:path w="1668305" h="5849218">
                <a:moveTo>
                  <a:pt x="1646577" y="0"/>
                </a:moveTo>
                <a:lnTo>
                  <a:pt x="0" y="5849218"/>
                </a:lnTo>
                <a:lnTo>
                  <a:pt x="60290" y="5786336"/>
                </a:lnTo>
                <a:lnTo>
                  <a:pt x="1668305" y="74105"/>
                </a:lnTo>
                <a:close/>
              </a:path>
            </a:pathLst>
          </a:custGeom>
          <a:gradFill>
            <a:gsLst>
              <a:gs pos="0">
                <a:srgbClr val="03629A">
                  <a:alpha val="4000"/>
                </a:srgbClr>
              </a:gs>
              <a:gs pos="8000">
                <a:srgbClr val="03629A">
                  <a:alpha val="70000"/>
                </a:srgbClr>
              </a:gs>
              <a:gs pos="28000">
                <a:srgbClr val="03629A"/>
              </a:gs>
              <a:gs pos="88000">
                <a:srgbClr val="03629A"/>
              </a:gs>
              <a:gs pos="100000">
                <a:srgbClr val="03629A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6" name="editable-brand-triangle#6"/>
          <p:cNvSpPr>
            <a:spLocks noGrp="1"/>
          </p:cNvSpPr>
          <p:nvPr/>
        </p:nvSpPr>
        <p:spPr>
          <a:xfrm>
            <a:off x="33124419" y="1828700"/>
            <a:ext cx="4584571" cy="16071863"/>
          </a:xfrm>
          <a:custGeom>
            <a:avLst/>
            <a:gdLst/>
            <a:ahLst/>
            <a:cxnLst/>
            <a:rect l="0" t="0" r="0" b="0"/>
            <a:pathLst>
              <a:path w="1634179" h="5727991">
                <a:moveTo>
                  <a:pt x="1612451" y="0"/>
                </a:moveTo>
                <a:lnTo>
                  <a:pt x="0" y="5727991"/>
                </a:lnTo>
                <a:lnTo>
                  <a:pt x="60290" y="5665109"/>
                </a:lnTo>
                <a:lnTo>
                  <a:pt x="1634179" y="74105"/>
                </a:lnTo>
                <a:close/>
              </a:path>
            </a:pathLst>
          </a:custGeom>
          <a:gradFill>
            <a:gsLst>
              <a:gs pos="0">
                <a:srgbClr val="0285B7">
                  <a:alpha val="4000"/>
                </a:srgbClr>
              </a:gs>
              <a:gs pos="8000">
                <a:srgbClr val="0285B7">
                  <a:alpha val="70000"/>
                </a:srgbClr>
              </a:gs>
              <a:gs pos="28000">
                <a:srgbClr val="0285B7"/>
              </a:gs>
              <a:gs pos="88000">
                <a:srgbClr val="0285B7"/>
              </a:gs>
              <a:gs pos="100000">
                <a:srgbClr val="0285B7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7" name="editable-brand-triangle#7"/>
          <p:cNvSpPr>
            <a:spLocks noGrp="1"/>
          </p:cNvSpPr>
          <p:nvPr/>
        </p:nvSpPr>
        <p:spPr>
          <a:xfrm>
            <a:off x="33274100" y="2012705"/>
            <a:ext cx="4488834" cy="15731719"/>
          </a:xfrm>
          <a:custGeom>
            <a:avLst/>
            <a:gdLst/>
            <a:ahLst/>
            <a:cxnLst/>
            <a:rect l="0" t="0" r="0" b="0"/>
            <a:pathLst>
              <a:path w="1600053" h="5606764">
                <a:moveTo>
                  <a:pt x="1578325" y="0"/>
                </a:moveTo>
                <a:lnTo>
                  <a:pt x="0" y="5606764"/>
                </a:lnTo>
                <a:lnTo>
                  <a:pt x="60290" y="5543882"/>
                </a:lnTo>
                <a:lnTo>
                  <a:pt x="1600053" y="74105"/>
                </a:lnTo>
                <a:close/>
              </a:path>
            </a:pathLst>
          </a:custGeom>
          <a:gradFill>
            <a:gsLst>
              <a:gs pos="0">
                <a:srgbClr val="02A8D4">
                  <a:alpha val="4000"/>
                </a:srgbClr>
              </a:gs>
              <a:gs pos="8000">
                <a:srgbClr val="02A8D4">
                  <a:alpha val="70000"/>
                </a:srgbClr>
              </a:gs>
              <a:gs pos="28000">
                <a:srgbClr val="02A8D4"/>
              </a:gs>
              <a:gs pos="88000">
                <a:srgbClr val="02A8D4"/>
              </a:gs>
              <a:gs pos="100000">
                <a:srgbClr val="02A8D4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8" name="editable-brand-triangle#8"/>
          <p:cNvSpPr>
            <a:spLocks noGrp="1"/>
          </p:cNvSpPr>
          <p:nvPr/>
        </p:nvSpPr>
        <p:spPr>
          <a:xfrm>
            <a:off x="33423781" y="2196710"/>
            <a:ext cx="4393096" cy="15391576"/>
          </a:xfrm>
          <a:custGeom>
            <a:avLst/>
            <a:gdLst/>
            <a:ahLst/>
            <a:cxnLst/>
            <a:rect l="0" t="0" r="0" b="0"/>
            <a:pathLst>
              <a:path w="1565927" h="5485537">
                <a:moveTo>
                  <a:pt x="1544199" y="0"/>
                </a:moveTo>
                <a:lnTo>
                  <a:pt x="0" y="5485537"/>
                </a:lnTo>
                <a:lnTo>
                  <a:pt x="60290" y="5422655"/>
                </a:lnTo>
                <a:lnTo>
                  <a:pt x="1565927" y="74105"/>
                </a:lnTo>
                <a:close/>
              </a:path>
            </a:pathLst>
          </a:custGeom>
          <a:gradFill>
            <a:gsLst>
              <a:gs pos="0">
                <a:srgbClr val="15C1E5">
                  <a:alpha val="4000"/>
                </a:srgbClr>
              </a:gs>
              <a:gs pos="8000">
                <a:srgbClr val="15C1E5">
                  <a:alpha val="70000"/>
                </a:srgbClr>
              </a:gs>
              <a:gs pos="28000">
                <a:srgbClr val="15C1E5"/>
              </a:gs>
              <a:gs pos="88000">
                <a:srgbClr val="15C1E5"/>
              </a:gs>
              <a:gs pos="100000">
                <a:srgbClr val="15C1E5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9" name="editable-brand-triangle#9"/>
          <p:cNvSpPr>
            <a:spLocks noGrp="1"/>
          </p:cNvSpPr>
          <p:nvPr/>
        </p:nvSpPr>
        <p:spPr>
          <a:xfrm>
            <a:off x="33573462" y="2380715"/>
            <a:ext cx="4297359" cy="15051432"/>
          </a:xfrm>
          <a:custGeom>
            <a:avLst/>
            <a:gdLst/>
            <a:ahLst/>
            <a:cxnLst/>
            <a:rect l="0" t="0" r="0" b="0"/>
            <a:pathLst>
              <a:path w="1531802" h="5364310">
                <a:moveTo>
                  <a:pt x="1510074" y="0"/>
                </a:moveTo>
                <a:lnTo>
                  <a:pt x="0" y="5364310"/>
                </a:lnTo>
                <a:lnTo>
                  <a:pt x="60290" y="5301429"/>
                </a:lnTo>
                <a:lnTo>
                  <a:pt x="1531802" y="74105"/>
                </a:lnTo>
                <a:close/>
              </a:path>
            </a:pathLst>
          </a:custGeom>
          <a:gradFill>
            <a:gsLst>
              <a:gs pos="0">
                <a:srgbClr val="44CBE4">
                  <a:alpha val="4000"/>
                </a:srgbClr>
              </a:gs>
              <a:gs pos="8000">
                <a:srgbClr val="44CBE4">
                  <a:alpha val="70000"/>
                </a:srgbClr>
              </a:gs>
              <a:gs pos="28000">
                <a:srgbClr val="44CBE4"/>
              </a:gs>
              <a:gs pos="88000">
                <a:srgbClr val="44CBE4"/>
              </a:gs>
              <a:gs pos="100000">
                <a:srgbClr val="44CBE4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0" name="editable-brand-triangle#10"/>
          <p:cNvSpPr>
            <a:spLocks noGrp="1"/>
          </p:cNvSpPr>
          <p:nvPr/>
        </p:nvSpPr>
        <p:spPr>
          <a:xfrm>
            <a:off x="33723143" y="2564721"/>
            <a:ext cx="4201621" cy="14711288"/>
          </a:xfrm>
          <a:custGeom>
            <a:avLst/>
            <a:gdLst/>
            <a:ahLst/>
            <a:cxnLst/>
            <a:rect l="0" t="0" r="0" b="0"/>
            <a:pathLst>
              <a:path w="1497676" h="5243084">
                <a:moveTo>
                  <a:pt x="1475948" y="0"/>
                </a:moveTo>
                <a:lnTo>
                  <a:pt x="0" y="5243084"/>
                </a:lnTo>
                <a:lnTo>
                  <a:pt x="60290" y="5180202"/>
                </a:lnTo>
                <a:lnTo>
                  <a:pt x="1497676" y="74105"/>
                </a:lnTo>
                <a:close/>
              </a:path>
            </a:pathLst>
          </a:custGeom>
          <a:gradFill>
            <a:gsLst>
              <a:gs pos="0">
                <a:srgbClr val="73D6E2">
                  <a:alpha val="4000"/>
                </a:srgbClr>
              </a:gs>
              <a:gs pos="8000">
                <a:srgbClr val="73D6E2">
                  <a:alpha val="70000"/>
                </a:srgbClr>
              </a:gs>
              <a:gs pos="28000">
                <a:srgbClr val="73D6E2"/>
              </a:gs>
              <a:gs pos="88000">
                <a:srgbClr val="73D6E2"/>
              </a:gs>
              <a:gs pos="100000">
                <a:srgbClr val="73D6E2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1" name="editable-brand-triangle#11"/>
          <p:cNvSpPr>
            <a:spLocks noGrp="1"/>
          </p:cNvSpPr>
          <p:nvPr/>
        </p:nvSpPr>
        <p:spPr>
          <a:xfrm>
            <a:off x="33872824" y="2748726"/>
            <a:ext cx="4105884" cy="14371144"/>
          </a:xfrm>
          <a:custGeom>
            <a:avLst/>
            <a:gdLst/>
            <a:ahLst/>
            <a:cxnLst/>
            <a:rect l="0" t="0" r="0" b="0"/>
            <a:pathLst>
              <a:path w="1463550" h="5121857">
                <a:moveTo>
                  <a:pt x="1441822" y="0"/>
                </a:moveTo>
                <a:lnTo>
                  <a:pt x="0" y="5121857"/>
                </a:lnTo>
                <a:lnTo>
                  <a:pt x="60290" y="5058975"/>
                </a:lnTo>
                <a:lnTo>
                  <a:pt x="1463550" y="74105"/>
                </a:lnTo>
                <a:close/>
              </a:path>
            </a:pathLst>
          </a:custGeom>
          <a:gradFill>
            <a:gsLst>
              <a:gs pos="0">
                <a:srgbClr val="A0E0E0">
                  <a:alpha val="4000"/>
                </a:srgbClr>
              </a:gs>
              <a:gs pos="8000">
                <a:srgbClr val="A0E0E0">
                  <a:alpha val="70000"/>
                </a:srgbClr>
              </a:gs>
              <a:gs pos="28000">
                <a:srgbClr val="A0E0E0"/>
              </a:gs>
              <a:gs pos="88000">
                <a:srgbClr val="A0E0E0"/>
              </a:gs>
              <a:gs pos="100000">
                <a:srgbClr val="A0E0E0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2" name="editable-brand-triangle#12"/>
          <p:cNvSpPr>
            <a:spLocks noGrp="1"/>
          </p:cNvSpPr>
          <p:nvPr/>
        </p:nvSpPr>
        <p:spPr>
          <a:xfrm>
            <a:off x="34022506" y="2932731"/>
            <a:ext cx="4010146" cy="14031000"/>
          </a:xfrm>
          <a:custGeom>
            <a:avLst/>
            <a:gdLst/>
            <a:ahLst/>
            <a:cxnLst/>
            <a:rect l="0" t="0" r="0" b="0"/>
            <a:pathLst>
              <a:path w="1429424" h="5000630">
                <a:moveTo>
                  <a:pt x="1407696" y="0"/>
                </a:moveTo>
                <a:lnTo>
                  <a:pt x="0" y="5000630"/>
                </a:lnTo>
                <a:lnTo>
                  <a:pt x="60290" y="4937748"/>
                </a:lnTo>
                <a:lnTo>
                  <a:pt x="1429424" y="74105"/>
                </a:lnTo>
                <a:close/>
              </a:path>
            </a:pathLst>
          </a:custGeom>
          <a:gradFill>
            <a:gsLst>
              <a:gs pos="0">
                <a:srgbClr val="BEE7D9">
                  <a:alpha val="4000"/>
                </a:srgbClr>
              </a:gs>
              <a:gs pos="8000">
                <a:srgbClr val="BEE7D9">
                  <a:alpha val="70000"/>
                </a:srgbClr>
              </a:gs>
              <a:gs pos="28000">
                <a:srgbClr val="BEE7D9"/>
              </a:gs>
              <a:gs pos="88000">
                <a:srgbClr val="BEE7D9"/>
              </a:gs>
              <a:gs pos="100000">
                <a:srgbClr val="BEE7D9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3" name="editable-brand-triangle#13"/>
          <p:cNvSpPr>
            <a:spLocks noGrp="1"/>
          </p:cNvSpPr>
          <p:nvPr/>
        </p:nvSpPr>
        <p:spPr>
          <a:xfrm>
            <a:off x="34172187" y="3116736"/>
            <a:ext cx="3914409" cy="13690856"/>
          </a:xfrm>
          <a:custGeom>
            <a:avLst/>
            <a:gdLst/>
            <a:ahLst/>
            <a:cxnLst/>
            <a:rect l="0" t="0" r="0" b="0"/>
            <a:pathLst>
              <a:path w="1395298" h="4879403">
                <a:moveTo>
                  <a:pt x="1373570" y="0"/>
                </a:moveTo>
                <a:lnTo>
                  <a:pt x="0" y="4879403"/>
                </a:lnTo>
                <a:lnTo>
                  <a:pt x="60290" y="4816521"/>
                </a:lnTo>
                <a:lnTo>
                  <a:pt x="1395298" y="74105"/>
                </a:lnTo>
                <a:close/>
              </a:path>
            </a:pathLst>
          </a:custGeom>
          <a:gradFill>
            <a:gsLst>
              <a:gs pos="0">
                <a:srgbClr val="DBEED1">
                  <a:alpha val="4000"/>
                </a:srgbClr>
              </a:gs>
              <a:gs pos="8000">
                <a:srgbClr val="DBEED1">
                  <a:alpha val="70000"/>
                </a:srgbClr>
              </a:gs>
              <a:gs pos="28000">
                <a:srgbClr val="DBEED1"/>
              </a:gs>
              <a:gs pos="88000">
                <a:srgbClr val="DBEED1"/>
              </a:gs>
              <a:gs pos="100000">
                <a:srgbClr val="DBEED1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4" name="editable-brand-triangle#14"/>
          <p:cNvSpPr>
            <a:spLocks noGrp="1"/>
          </p:cNvSpPr>
          <p:nvPr/>
        </p:nvSpPr>
        <p:spPr>
          <a:xfrm>
            <a:off x="34321868" y="3300742"/>
            <a:ext cx="3818671" cy="13350712"/>
          </a:xfrm>
          <a:custGeom>
            <a:avLst/>
            <a:gdLst/>
            <a:ahLst/>
            <a:cxnLst/>
            <a:rect l="0" t="0" r="0" b="0"/>
            <a:pathLst>
              <a:path w="1361172" h="4758176">
                <a:moveTo>
                  <a:pt x="1339445" y="0"/>
                </a:moveTo>
                <a:lnTo>
                  <a:pt x="0" y="4758176"/>
                </a:lnTo>
                <a:lnTo>
                  <a:pt x="60290" y="4695294"/>
                </a:lnTo>
                <a:lnTo>
                  <a:pt x="1361172" y="74105"/>
                </a:lnTo>
                <a:close/>
              </a:path>
            </a:pathLst>
          </a:custGeom>
          <a:gradFill>
            <a:gsLst>
              <a:gs pos="0">
                <a:srgbClr val="F9F5CA">
                  <a:alpha val="4000"/>
                </a:srgbClr>
              </a:gs>
              <a:gs pos="8000">
                <a:srgbClr val="F9F5CA">
                  <a:alpha val="70000"/>
                </a:srgbClr>
              </a:gs>
              <a:gs pos="28000">
                <a:srgbClr val="F9F5CA"/>
              </a:gs>
              <a:gs pos="88000">
                <a:srgbClr val="F9F5CA"/>
              </a:gs>
              <a:gs pos="100000">
                <a:srgbClr val="F9F5CA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5" name="editable-brand-triangle#15"/>
          <p:cNvSpPr>
            <a:spLocks noGrp="1"/>
          </p:cNvSpPr>
          <p:nvPr/>
        </p:nvSpPr>
        <p:spPr>
          <a:xfrm>
            <a:off x="34471549" y="3484747"/>
            <a:ext cx="3722934" cy="13010568"/>
          </a:xfrm>
          <a:custGeom>
            <a:avLst/>
            <a:gdLst/>
            <a:ahLst/>
            <a:cxnLst/>
            <a:rect l="0" t="0" r="0" b="0"/>
            <a:pathLst>
              <a:path w="1327047" h="4636949">
                <a:moveTo>
                  <a:pt x="1305319" y="0"/>
                </a:moveTo>
                <a:lnTo>
                  <a:pt x="0" y="4636949"/>
                </a:lnTo>
                <a:lnTo>
                  <a:pt x="60290" y="4574068"/>
                </a:lnTo>
                <a:lnTo>
                  <a:pt x="1327047" y="74105"/>
                </a:lnTo>
                <a:close/>
              </a:path>
            </a:pathLst>
          </a:custGeom>
          <a:gradFill>
            <a:gsLst>
              <a:gs pos="0">
                <a:srgbClr val="F6E0A5">
                  <a:alpha val="4000"/>
                </a:srgbClr>
              </a:gs>
              <a:gs pos="8000">
                <a:srgbClr val="F6E0A5">
                  <a:alpha val="70000"/>
                </a:srgbClr>
              </a:gs>
              <a:gs pos="28000">
                <a:srgbClr val="F6E0A5"/>
              </a:gs>
              <a:gs pos="88000">
                <a:srgbClr val="F6E0A5"/>
              </a:gs>
              <a:gs pos="100000">
                <a:srgbClr val="F6E0A5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6" name="editable-brand-triangle#16"/>
          <p:cNvSpPr>
            <a:spLocks noGrp="1"/>
          </p:cNvSpPr>
          <p:nvPr/>
        </p:nvSpPr>
        <p:spPr>
          <a:xfrm>
            <a:off x="34621230" y="3668752"/>
            <a:ext cx="3627196" cy="12670425"/>
          </a:xfrm>
          <a:custGeom>
            <a:avLst/>
            <a:gdLst/>
            <a:ahLst/>
            <a:cxnLst/>
            <a:rect l="0" t="0" r="0" b="0"/>
            <a:pathLst>
              <a:path w="1292921" h="4515723">
                <a:moveTo>
                  <a:pt x="1271193" y="0"/>
                </a:moveTo>
                <a:lnTo>
                  <a:pt x="0" y="4515723"/>
                </a:lnTo>
                <a:lnTo>
                  <a:pt x="60290" y="4452841"/>
                </a:lnTo>
                <a:lnTo>
                  <a:pt x="1292921" y="74105"/>
                </a:lnTo>
                <a:close/>
              </a:path>
            </a:pathLst>
          </a:custGeom>
          <a:gradFill>
            <a:gsLst>
              <a:gs pos="0">
                <a:srgbClr val="EAC478">
                  <a:alpha val="4000"/>
                </a:srgbClr>
              </a:gs>
              <a:gs pos="8000">
                <a:srgbClr val="EAC478">
                  <a:alpha val="70000"/>
                </a:srgbClr>
              </a:gs>
              <a:gs pos="28000">
                <a:srgbClr val="EAC478"/>
              </a:gs>
              <a:gs pos="88000">
                <a:srgbClr val="EAC478"/>
              </a:gs>
              <a:gs pos="100000">
                <a:srgbClr val="EAC478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7" name="editable-brand-triangle#17"/>
          <p:cNvSpPr>
            <a:spLocks noGrp="1"/>
          </p:cNvSpPr>
          <p:nvPr/>
        </p:nvSpPr>
        <p:spPr>
          <a:xfrm>
            <a:off x="34770911" y="3852757"/>
            <a:ext cx="3531459" cy="12330281"/>
          </a:xfrm>
          <a:custGeom>
            <a:avLst/>
            <a:gdLst/>
            <a:ahLst/>
            <a:cxnLst/>
            <a:rect l="0" t="0" r="0" b="0"/>
            <a:pathLst>
              <a:path w="1258795" h="4394496">
                <a:moveTo>
                  <a:pt x="1237067" y="0"/>
                </a:moveTo>
                <a:lnTo>
                  <a:pt x="0" y="4394496"/>
                </a:lnTo>
                <a:lnTo>
                  <a:pt x="60290" y="4331614"/>
                </a:lnTo>
                <a:lnTo>
                  <a:pt x="1258795" y="74105"/>
                </a:lnTo>
                <a:close/>
              </a:path>
            </a:pathLst>
          </a:custGeom>
          <a:gradFill>
            <a:gsLst>
              <a:gs pos="0">
                <a:srgbClr val="DEA94C">
                  <a:alpha val="4000"/>
                </a:srgbClr>
              </a:gs>
              <a:gs pos="8000">
                <a:srgbClr val="DEA94C">
                  <a:alpha val="70000"/>
                </a:srgbClr>
              </a:gs>
              <a:gs pos="28000">
                <a:srgbClr val="DEA94C"/>
              </a:gs>
              <a:gs pos="88000">
                <a:srgbClr val="DEA94C"/>
              </a:gs>
              <a:gs pos="100000">
                <a:srgbClr val="DEA94C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8" name="editable-brand-triangle#18"/>
          <p:cNvSpPr>
            <a:spLocks noGrp="1"/>
          </p:cNvSpPr>
          <p:nvPr/>
        </p:nvSpPr>
        <p:spPr>
          <a:xfrm>
            <a:off x="34920592" y="4036763"/>
            <a:ext cx="3435721" cy="11990137"/>
          </a:xfrm>
          <a:custGeom>
            <a:avLst/>
            <a:gdLst/>
            <a:ahLst/>
            <a:cxnLst/>
            <a:rect l="0" t="0" r="0" b="0"/>
            <a:pathLst>
              <a:path w="1224669" h="4273269">
                <a:moveTo>
                  <a:pt x="1202941" y="0"/>
                </a:moveTo>
                <a:lnTo>
                  <a:pt x="0" y="4273269"/>
                </a:lnTo>
                <a:lnTo>
                  <a:pt x="60290" y="4210387"/>
                </a:lnTo>
                <a:lnTo>
                  <a:pt x="1224669" y="74105"/>
                </a:lnTo>
                <a:close/>
              </a:path>
            </a:pathLst>
          </a:custGeom>
          <a:gradFill>
            <a:gsLst>
              <a:gs pos="0">
                <a:srgbClr val="BF9043">
                  <a:alpha val="4000"/>
                </a:srgbClr>
              </a:gs>
              <a:gs pos="8000">
                <a:srgbClr val="BF9043">
                  <a:alpha val="70000"/>
                </a:srgbClr>
              </a:gs>
              <a:gs pos="28000">
                <a:srgbClr val="BF9043"/>
              </a:gs>
              <a:gs pos="88000">
                <a:srgbClr val="BF9043"/>
              </a:gs>
              <a:gs pos="100000">
                <a:srgbClr val="BF9043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9" name="editable-brand-triangle#19"/>
          <p:cNvSpPr>
            <a:spLocks noGrp="1"/>
          </p:cNvSpPr>
          <p:nvPr/>
        </p:nvSpPr>
        <p:spPr>
          <a:xfrm>
            <a:off x="35070273" y="4220768"/>
            <a:ext cx="3339984" cy="11649993"/>
          </a:xfrm>
          <a:custGeom>
            <a:avLst/>
            <a:gdLst/>
            <a:ahLst/>
            <a:cxnLst/>
            <a:rect l="0" t="0" r="0" b="0"/>
            <a:pathLst>
              <a:path w="1190543" h="4152042">
                <a:moveTo>
                  <a:pt x="1168815" y="0"/>
                </a:moveTo>
                <a:lnTo>
                  <a:pt x="0" y="4152042"/>
                </a:lnTo>
                <a:lnTo>
                  <a:pt x="60290" y="4089160"/>
                </a:lnTo>
                <a:lnTo>
                  <a:pt x="1190543" y="74105"/>
                </a:lnTo>
                <a:close/>
              </a:path>
            </a:pathLst>
          </a:custGeom>
          <a:gradFill>
            <a:gsLst>
              <a:gs pos="0">
                <a:srgbClr val="8C7A5E">
                  <a:alpha val="4000"/>
                </a:srgbClr>
              </a:gs>
              <a:gs pos="8000">
                <a:srgbClr val="8C7A5E">
                  <a:alpha val="70000"/>
                </a:srgbClr>
              </a:gs>
              <a:gs pos="28000">
                <a:srgbClr val="8C7A5E"/>
              </a:gs>
              <a:gs pos="88000">
                <a:srgbClr val="8C7A5E"/>
              </a:gs>
              <a:gs pos="100000">
                <a:srgbClr val="8C7A5E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0" name="editable-brand-triangle#20"/>
          <p:cNvSpPr>
            <a:spLocks noGrp="1"/>
          </p:cNvSpPr>
          <p:nvPr/>
        </p:nvSpPr>
        <p:spPr>
          <a:xfrm>
            <a:off x="35219954" y="4404773"/>
            <a:ext cx="3244246" cy="11309849"/>
          </a:xfrm>
          <a:custGeom>
            <a:avLst/>
            <a:gdLst/>
            <a:ahLst/>
            <a:cxnLst/>
            <a:rect l="0" t="0" r="0" b="0"/>
            <a:pathLst>
              <a:path w="1156418" h="4030815">
                <a:moveTo>
                  <a:pt x="1134690" y="0"/>
                </a:moveTo>
                <a:lnTo>
                  <a:pt x="0" y="4030815"/>
                </a:lnTo>
                <a:lnTo>
                  <a:pt x="60290" y="3967934"/>
                </a:lnTo>
                <a:lnTo>
                  <a:pt x="1156418" y="74105"/>
                </a:lnTo>
                <a:close/>
              </a:path>
            </a:pathLst>
          </a:custGeom>
          <a:gradFill>
            <a:gsLst>
              <a:gs pos="0">
                <a:srgbClr val="596479">
                  <a:alpha val="4000"/>
                </a:srgbClr>
              </a:gs>
              <a:gs pos="8000">
                <a:srgbClr val="596479">
                  <a:alpha val="70000"/>
                </a:srgbClr>
              </a:gs>
              <a:gs pos="28000">
                <a:srgbClr val="596479"/>
              </a:gs>
              <a:gs pos="88000">
                <a:srgbClr val="596479"/>
              </a:gs>
              <a:gs pos="100000">
                <a:srgbClr val="596479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1" name="editable-brand-triangle#21"/>
          <p:cNvSpPr>
            <a:spLocks noGrp="1"/>
          </p:cNvSpPr>
          <p:nvPr/>
        </p:nvSpPr>
        <p:spPr>
          <a:xfrm>
            <a:off x="35369635" y="4588778"/>
            <a:ext cx="3148509" cy="10969705"/>
          </a:xfrm>
          <a:custGeom>
            <a:avLst/>
            <a:gdLst/>
            <a:ahLst/>
            <a:cxnLst/>
            <a:rect l="0" t="0" r="0" b="0"/>
            <a:pathLst>
              <a:path w="1122292" h="3909588">
                <a:moveTo>
                  <a:pt x="1100564" y="0"/>
                </a:moveTo>
                <a:lnTo>
                  <a:pt x="0" y="3909588"/>
                </a:lnTo>
                <a:lnTo>
                  <a:pt x="60290" y="3846707"/>
                </a:lnTo>
                <a:lnTo>
                  <a:pt x="1122292" y="74105"/>
                </a:lnTo>
                <a:close/>
              </a:path>
            </a:pathLst>
          </a:custGeom>
          <a:gradFill>
            <a:gsLst>
              <a:gs pos="0">
                <a:srgbClr val="2E508C">
                  <a:alpha val="4000"/>
                </a:srgbClr>
              </a:gs>
              <a:gs pos="8000">
                <a:srgbClr val="2E508C">
                  <a:alpha val="70000"/>
                </a:srgbClr>
              </a:gs>
              <a:gs pos="28000">
                <a:srgbClr val="2E508C"/>
              </a:gs>
              <a:gs pos="88000">
                <a:srgbClr val="2E508C"/>
              </a:gs>
              <a:gs pos="100000">
                <a:srgbClr val="2E508C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2" name="editable-brand-triangle#22"/>
          <p:cNvSpPr>
            <a:spLocks noGrp="1"/>
          </p:cNvSpPr>
          <p:nvPr/>
        </p:nvSpPr>
        <p:spPr>
          <a:xfrm>
            <a:off x="35519317" y="4772784"/>
            <a:ext cx="3052771" cy="10629561"/>
          </a:xfrm>
          <a:custGeom>
            <a:avLst/>
            <a:gdLst/>
            <a:ahLst/>
            <a:cxnLst/>
            <a:rect l="0" t="0" r="0" b="0"/>
            <a:pathLst>
              <a:path w="1088166" h="3788362">
                <a:moveTo>
                  <a:pt x="1066438" y="0"/>
                </a:moveTo>
                <a:lnTo>
                  <a:pt x="0" y="3788362"/>
                </a:lnTo>
                <a:lnTo>
                  <a:pt x="60290" y="3725480"/>
                </a:lnTo>
                <a:lnTo>
                  <a:pt x="1088166" y="74105"/>
                </a:lnTo>
                <a:close/>
              </a:path>
            </a:pathLst>
          </a:custGeom>
          <a:gradFill>
            <a:gsLst>
              <a:gs pos="0">
                <a:srgbClr val="25467F">
                  <a:alpha val="4000"/>
                </a:srgbClr>
              </a:gs>
              <a:gs pos="8000">
                <a:srgbClr val="25467F">
                  <a:alpha val="70000"/>
                </a:srgbClr>
              </a:gs>
              <a:gs pos="28000">
                <a:srgbClr val="25467F"/>
              </a:gs>
              <a:gs pos="88000">
                <a:srgbClr val="25467F"/>
              </a:gs>
              <a:gs pos="100000">
                <a:srgbClr val="25467F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3" name="editable-brand-triangle#23"/>
          <p:cNvSpPr>
            <a:spLocks noGrp="1"/>
          </p:cNvSpPr>
          <p:nvPr/>
        </p:nvSpPr>
        <p:spPr>
          <a:xfrm>
            <a:off x="35668998" y="4956789"/>
            <a:ext cx="2957034" cy="10289417"/>
          </a:xfrm>
          <a:custGeom>
            <a:avLst/>
            <a:gdLst/>
            <a:ahLst/>
            <a:cxnLst/>
            <a:rect l="0" t="0" r="0" b="0"/>
            <a:pathLst>
              <a:path w="1054040" h="3667135">
                <a:moveTo>
                  <a:pt x="1032312" y="0"/>
                </a:moveTo>
                <a:lnTo>
                  <a:pt x="0" y="3667135"/>
                </a:lnTo>
                <a:lnTo>
                  <a:pt x="60290" y="3604253"/>
                </a:lnTo>
                <a:lnTo>
                  <a:pt x="1054040" y="74105"/>
                </a:lnTo>
                <a:close/>
              </a:path>
            </a:pathLst>
          </a:custGeom>
          <a:gradFill>
            <a:gsLst>
              <a:gs pos="0">
                <a:srgbClr val="1C3B72">
                  <a:alpha val="4000"/>
                </a:srgbClr>
              </a:gs>
              <a:gs pos="8000">
                <a:srgbClr val="1C3B72">
                  <a:alpha val="70000"/>
                </a:srgbClr>
              </a:gs>
              <a:gs pos="28000">
                <a:srgbClr val="1C3B72"/>
              </a:gs>
              <a:gs pos="88000">
                <a:srgbClr val="1C3B72"/>
              </a:gs>
              <a:gs pos="100000">
                <a:srgbClr val="1C3B72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4" name="editable-brand-triangle#24"/>
          <p:cNvSpPr>
            <a:spLocks noGrp="1"/>
          </p:cNvSpPr>
          <p:nvPr/>
        </p:nvSpPr>
        <p:spPr>
          <a:xfrm>
            <a:off x="35818679" y="5140794"/>
            <a:ext cx="2861296" cy="9949274"/>
          </a:xfrm>
          <a:custGeom>
            <a:avLst/>
            <a:gdLst/>
            <a:ahLst/>
            <a:cxnLst/>
            <a:rect l="0" t="0" r="0" b="0"/>
            <a:pathLst>
              <a:path w="1019914" h="3545908">
                <a:moveTo>
                  <a:pt x="998186" y="0"/>
                </a:moveTo>
                <a:lnTo>
                  <a:pt x="0" y="3545908"/>
                </a:lnTo>
                <a:lnTo>
                  <a:pt x="60290" y="3483026"/>
                </a:lnTo>
                <a:lnTo>
                  <a:pt x="1019914" y="74105"/>
                </a:lnTo>
                <a:close/>
              </a:path>
            </a:pathLst>
          </a:custGeom>
          <a:gradFill>
            <a:gsLst>
              <a:gs pos="0">
                <a:srgbClr val="133165">
                  <a:alpha val="4000"/>
                </a:srgbClr>
              </a:gs>
              <a:gs pos="8000">
                <a:srgbClr val="133165">
                  <a:alpha val="70000"/>
                </a:srgbClr>
              </a:gs>
              <a:gs pos="28000">
                <a:srgbClr val="133165"/>
              </a:gs>
              <a:gs pos="88000">
                <a:srgbClr val="133165"/>
              </a:gs>
              <a:gs pos="100000">
                <a:srgbClr val="133165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5" name="editable-brand-triangle#25"/>
          <p:cNvSpPr>
            <a:spLocks noGrp="1"/>
          </p:cNvSpPr>
          <p:nvPr/>
        </p:nvSpPr>
        <p:spPr>
          <a:xfrm>
            <a:off x="35968360" y="5324799"/>
            <a:ext cx="2765559" cy="9609130"/>
          </a:xfrm>
          <a:custGeom>
            <a:avLst/>
            <a:gdLst/>
            <a:ahLst/>
            <a:cxnLst/>
            <a:rect l="0" t="0" r="0" b="0"/>
            <a:pathLst>
              <a:path w="985789" h="3424681">
                <a:moveTo>
                  <a:pt x="964061" y="0"/>
                </a:moveTo>
                <a:lnTo>
                  <a:pt x="0" y="3424681"/>
                </a:lnTo>
                <a:lnTo>
                  <a:pt x="60290" y="3361799"/>
                </a:lnTo>
                <a:lnTo>
                  <a:pt x="985789" y="74105"/>
                </a:lnTo>
                <a:close/>
              </a:path>
            </a:pathLst>
          </a:custGeom>
          <a:gradFill>
            <a:gsLst>
              <a:gs pos="0">
                <a:srgbClr val="125583">
                  <a:alpha val="4000"/>
                </a:srgbClr>
              </a:gs>
              <a:gs pos="8000">
                <a:srgbClr val="125583">
                  <a:alpha val="70000"/>
                </a:srgbClr>
              </a:gs>
              <a:gs pos="28000">
                <a:srgbClr val="125583"/>
              </a:gs>
              <a:gs pos="88000">
                <a:srgbClr val="125583"/>
              </a:gs>
              <a:gs pos="100000">
                <a:srgbClr val="125583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6" name="editable-brand-triangle#26"/>
          <p:cNvSpPr>
            <a:spLocks noGrp="1"/>
          </p:cNvSpPr>
          <p:nvPr/>
        </p:nvSpPr>
        <p:spPr>
          <a:xfrm>
            <a:off x="36118041" y="5508805"/>
            <a:ext cx="2669821" cy="9268986"/>
          </a:xfrm>
          <a:custGeom>
            <a:avLst/>
            <a:gdLst/>
            <a:ahLst/>
            <a:cxnLst/>
            <a:rect l="0" t="0" r="0" b="0"/>
            <a:pathLst>
              <a:path w="951663" h="3303454">
                <a:moveTo>
                  <a:pt x="929935" y="0"/>
                </a:moveTo>
                <a:lnTo>
                  <a:pt x="0" y="3303454"/>
                </a:lnTo>
                <a:lnTo>
                  <a:pt x="60290" y="3240573"/>
                </a:lnTo>
                <a:lnTo>
                  <a:pt x="951663" y="74105"/>
                </a:lnTo>
                <a:close/>
              </a:path>
            </a:pathLst>
          </a:custGeom>
          <a:gradFill>
            <a:gsLst>
              <a:gs pos="0">
                <a:srgbClr val="127DA5">
                  <a:alpha val="4000"/>
                </a:srgbClr>
              </a:gs>
              <a:gs pos="8000">
                <a:srgbClr val="127DA5">
                  <a:alpha val="70000"/>
                </a:srgbClr>
              </a:gs>
              <a:gs pos="28000">
                <a:srgbClr val="127DA5"/>
              </a:gs>
              <a:gs pos="88000">
                <a:srgbClr val="127DA5"/>
              </a:gs>
              <a:gs pos="100000">
                <a:srgbClr val="127DA5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7" name="editable-brand-triangle#27"/>
          <p:cNvSpPr>
            <a:spLocks noGrp="1"/>
          </p:cNvSpPr>
          <p:nvPr/>
        </p:nvSpPr>
        <p:spPr>
          <a:xfrm>
            <a:off x="36267722" y="5692810"/>
            <a:ext cx="2574084" cy="8928842"/>
          </a:xfrm>
          <a:custGeom>
            <a:avLst/>
            <a:gdLst/>
            <a:ahLst/>
            <a:cxnLst/>
            <a:rect l="0" t="0" r="0" b="0"/>
            <a:pathLst>
              <a:path w="917537" h="3182228">
                <a:moveTo>
                  <a:pt x="895809" y="0"/>
                </a:moveTo>
                <a:lnTo>
                  <a:pt x="0" y="3182228"/>
                </a:lnTo>
                <a:lnTo>
                  <a:pt x="60290" y="3119346"/>
                </a:lnTo>
                <a:lnTo>
                  <a:pt x="917537" y="74105"/>
                </a:lnTo>
                <a:close/>
              </a:path>
            </a:pathLst>
          </a:custGeom>
          <a:gradFill>
            <a:gsLst>
              <a:gs pos="0">
                <a:srgbClr val="12A6C7">
                  <a:alpha val="4000"/>
                </a:srgbClr>
              </a:gs>
              <a:gs pos="8000">
                <a:srgbClr val="12A6C7">
                  <a:alpha val="70000"/>
                </a:srgbClr>
              </a:gs>
              <a:gs pos="28000">
                <a:srgbClr val="12A6C7"/>
              </a:gs>
              <a:gs pos="88000">
                <a:srgbClr val="12A6C7"/>
              </a:gs>
              <a:gs pos="100000">
                <a:srgbClr val="12A6C7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8" name="editable-brand-triangle#28"/>
          <p:cNvSpPr>
            <a:spLocks noGrp="1"/>
          </p:cNvSpPr>
          <p:nvPr/>
        </p:nvSpPr>
        <p:spPr>
          <a:xfrm>
            <a:off x="36417403" y="5876815"/>
            <a:ext cx="2478346" cy="8588698"/>
          </a:xfrm>
          <a:custGeom>
            <a:avLst/>
            <a:gdLst/>
            <a:ahLst/>
            <a:cxnLst/>
            <a:rect l="0" t="0" r="0" b="0"/>
            <a:pathLst>
              <a:path w="883411" h="3061001">
                <a:moveTo>
                  <a:pt x="861683" y="0"/>
                </a:moveTo>
                <a:lnTo>
                  <a:pt x="0" y="3061001"/>
                </a:lnTo>
                <a:lnTo>
                  <a:pt x="60290" y="2998119"/>
                </a:lnTo>
                <a:lnTo>
                  <a:pt x="883411" y="74105"/>
                </a:lnTo>
                <a:close/>
              </a:path>
            </a:pathLst>
          </a:custGeom>
          <a:gradFill>
            <a:gsLst>
              <a:gs pos="0">
                <a:srgbClr val="33C0D8">
                  <a:alpha val="4000"/>
                </a:srgbClr>
              </a:gs>
              <a:gs pos="8000">
                <a:srgbClr val="33C0D8">
                  <a:alpha val="70000"/>
                </a:srgbClr>
              </a:gs>
              <a:gs pos="28000">
                <a:srgbClr val="33C0D8"/>
              </a:gs>
              <a:gs pos="88000">
                <a:srgbClr val="33C0D8"/>
              </a:gs>
              <a:gs pos="100000">
                <a:srgbClr val="33C0D8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9" name="editable-brand-triangle#29"/>
          <p:cNvSpPr>
            <a:spLocks noGrp="1"/>
          </p:cNvSpPr>
          <p:nvPr/>
        </p:nvSpPr>
        <p:spPr>
          <a:xfrm>
            <a:off x="36567084" y="6060820"/>
            <a:ext cx="2382609" cy="8248554"/>
          </a:xfrm>
          <a:custGeom>
            <a:avLst/>
            <a:gdLst/>
            <a:ahLst/>
            <a:cxnLst/>
            <a:rect l="0" t="0" r="0" b="0"/>
            <a:pathLst>
              <a:path w="849285" h="2939774">
                <a:moveTo>
                  <a:pt x="827557" y="0"/>
                </a:moveTo>
                <a:lnTo>
                  <a:pt x="0" y="2939774"/>
                </a:lnTo>
                <a:lnTo>
                  <a:pt x="60290" y="2876892"/>
                </a:lnTo>
                <a:lnTo>
                  <a:pt x="849285" y="74105"/>
                </a:lnTo>
                <a:close/>
              </a:path>
            </a:pathLst>
          </a:custGeom>
          <a:gradFill>
            <a:gsLst>
              <a:gs pos="0">
                <a:srgbClr val="69D1DE">
                  <a:alpha val="4000"/>
                </a:srgbClr>
              </a:gs>
              <a:gs pos="8000">
                <a:srgbClr val="69D1DE">
                  <a:alpha val="70000"/>
                </a:srgbClr>
              </a:gs>
              <a:gs pos="28000">
                <a:srgbClr val="69D1DE"/>
              </a:gs>
              <a:gs pos="88000">
                <a:srgbClr val="69D1DE"/>
              </a:gs>
              <a:gs pos="100000">
                <a:srgbClr val="69D1DE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0" name="editable-brand-triangle#30"/>
          <p:cNvSpPr>
            <a:spLocks noGrp="1"/>
          </p:cNvSpPr>
          <p:nvPr/>
        </p:nvSpPr>
        <p:spPr>
          <a:xfrm>
            <a:off x="36716765" y="6244826"/>
            <a:ext cx="2286871" cy="7908410"/>
          </a:xfrm>
          <a:custGeom>
            <a:avLst/>
            <a:gdLst/>
            <a:ahLst/>
            <a:cxnLst/>
            <a:rect l="0" t="0" r="0" b="0"/>
            <a:pathLst>
              <a:path w="815160" h="2818547">
                <a:moveTo>
                  <a:pt x="793432" y="0"/>
                </a:moveTo>
                <a:lnTo>
                  <a:pt x="0" y="2818547"/>
                </a:lnTo>
                <a:lnTo>
                  <a:pt x="60290" y="2755665"/>
                </a:lnTo>
                <a:lnTo>
                  <a:pt x="815160" y="74105"/>
                </a:lnTo>
                <a:close/>
              </a:path>
            </a:pathLst>
          </a:custGeom>
          <a:gradFill>
            <a:gsLst>
              <a:gs pos="0">
                <a:srgbClr val="9FE2E3">
                  <a:alpha val="4000"/>
                </a:srgbClr>
              </a:gs>
              <a:gs pos="8000">
                <a:srgbClr val="9FE2E3">
                  <a:alpha val="70000"/>
                </a:srgbClr>
              </a:gs>
              <a:gs pos="28000">
                <a:srgbClr val="9FE2E3"/>
              </a:gs>
              <a:gs pos="88000">
                <a:srgbClr val="9FE2E3"/>
              </a:gs>
              <a:gs pos="100000">
                <a:srgbClr val="9FE2E3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1" name="editable-brand-triangle#31"/>
          <p:cNvSpPr>
            <a:spLocks noGrp="1"/>
          </p:cNvSpPr>
          <p:nvPr/>
        </p:nvSpPr>
        <p:spPr>
          <a:xfrm>
            <a:off x="36866446" y="6428831"/>
            <a:ext cx="2191134" cy="7568267"/>
          </a:xfrm>
          <a:custGeom>
            <a:avLst/>
            <a:gdLst/>
            <a:ahLst/>
            <a:cxnLst/>
            <a:rect l="0" t="0" r="0" b="0"/>
            <a:pathLst>
              <a:path w="781034" h="2697320">
                <a:moveTo>
                  <a:pt x="759306" y="0"/>
                </a:moveTo>
                <a:lnTo>
                  <a:pt x="0" y="2697320"/>
                </a:lnTo>
                <a:lnTo>
                  <a:pt x="60290" y="2634438"/>
                </a:lnTo>
                <a:lnTo>
                  <a:pt x="781034" y="74105"/>
                </a:lnTo>
                <a:close/>
              </a:path>
            </a:pathLst>
          </a:custGeom>
          <a:gradFill>
            <a:gsLst>
              <a:gs pos="0">
                <a:srgbClr val="B5DCDA">
                  <a:alpha val="4000"/>
                </a:srgbClr>
              </a:gs>
              <a:gs pos="8000">
                <a:srgbClr val="B5DCDA">
                  <a:alpha val="70000"/>
                </a:srgbClr>
              </a:gs>
              <a:gs pos="28000">
                <a:srgbClr val="B5DCDA"/>
              </a:gs>
              <a:gs pos="88000">
                <a:srgbClr val="B5DCDA"/>
              </a:gs>
              <a:gs pos="100000">
                <a:srgbClr val="B5DCDA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2" name="editable-brand-triangle#32"/>
          <p:cNvSpPr>
            <a:spLocks noGrp="1"/>
          </p:cNvSpPr>
          <p:nvPr/>
        </p:nvSpPr>
        <p:spPr>
          <a:xfrm>
            <a:off x="37016128" y="6612836"/>
            <a:ext cx="2095396" cy="7228123"/>
          </a:xfrm>
          <a:custGeom>
            <a:avLst/>
            <a:gdLst/>
            <a:ahLst/>
            <a:cxnLst/>
            <a:rect l="0" t="0" r="0" b="0"/>
            <a:pathLst>
              <a:path w="746908" h="2576093">
                <a:moveTo>
                  <a:pt x="725180" y="0"/>
                </a:moveTo>
                <a:lnTo>
                  <a:pt x="0" y="2576093"/>
                </a:lnTo>
                <a:lnTo>
                  <a:pt x="60290" y="2513212"/>
                </a:lnTo>
                <a:lnTo>
                  <a:pt x="746908" y="74105"/>
                </a:lnTo>
                <a:close/>
              </a:path>
            </a:pathLst>
          </a:custGeom>
          <a:gradFill>
            <a:gsLst>
              <a:gs pos="0">
                <a:srgbClr val="7EA2AE">
                  <a:alpha val="4000"/>
                </a:srgbClr>
              </a:gs>
              <a:gs pos="8000">
                <a:srgbClr val="7EA2AE">
                  <a:alpha val="70000"/>
                </a:srgbClr>
              </a:gs>
              <a:gs pos="28000">
                <a:srgbClr val="7EA2AE"/>
              </a:gs>
              <a:gs pos="88000">
                <a:srgbClr val="7EA2AE"/>
              </a:gs>
              <a:gs pos="100000">
                <a:srgbClr val="7EA2AE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3" name="editable-brand-triangle#33"/>
          <p:cNvSpPr>
            <a:spLocks noGrp="1"/>
          </p:cNvSpPr>
          <p:nvPr/>
        </p:nvSpPr>
        <p:spPr>
          <a:xfrm>
            <a:off x="37165809" y="6796841"/>
            <a:ext cx="1999659" cy="6887979"/>
          </a:xfrm>
          <a:custGeom>
            <a:avLst/>
            <a:gdLst/>
            <a:ahLst/>
            <a:cxnLst/>
            <a:rect l="0" t="0" r="0" b="0"/>
            <a:pathLst>
              <a:path w="712782" h="2454867">
                <a:moveTo>
                  <a:pt x="691054" y="0"/>
                </a:moveTo>
                <a:lnTo>
                  <a:pt x="0" y="2454867"/>
                </a:lnTo>
                <a:lnTo>
                  <a:pt x="60290" y="2391985"/>
                </a:lnTo>
                <a:lnTo>
                  <a:pt x="712782" y="74105"/>
                </a:lnTo>
                <a:close/>
              </a:path>
            </a:pathLst>
          </a:custGeom>
          <a:gradFill>
            <a:gsLst>
              <a:gs pos="0">
                <a:srgbClr val="476783">
                  <a:alpha val="4000"/>
                </a:srgbClr>
              </a:gs>
              <a:gs pos="8000">
                <a:srgbClr val="476783">
                  <a:alpha val="70000"/>
                </a:srgbClr>
              </a:gs>
              <a:gs pos="28000">
                <a:srgbClr val="476783"/>
              </a:gs>
              <a:gs pos="88000">
                <a:srgbClr val="476783"/>
              </a:gs>
              <a:gs pos="100000">
                <a:srgbClr val="476783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4" name="editable-brand-triangle#34"/>
          <p:cNvSpPr>
            <a:spLocks noGrp="1"/>
          </p:cNvSpPr>
          <p:nvPr/>
        </p:nvSpPr>
        <p:spPr>
          <a:xfrm>
            <a:off x="37315490" y="6980846"/>
            <a:ext cx="1903921" cy="6547835"/>
          </a:xfrm>
          <a:custGeom>
            <a:avLst/>
            <a:gdLst/>
            <a:ahLst/>
            <a:cxnLst/>
            <a:rect l="0" t="0" r="0" b="0"/>
            <a:pathLst>
              <a:path w="678656" h="2333640">
                <a:moveTo>
                  <a:pt x="656928" y="0"/>
                </a:moveTo>
                <a:lnTo>
                  <a:pt x="0" y="2333640"/>
                </a:lnTo>
                <a:lnTo>
                  <a:pt x="60290" y="2270758"/>
                </a:lnTo>
                <a:lnTo>
                  <a:pt x="678656" y="74105"/>
                </a:lnTo>
                <a:close/>
              </a:path>
            </a:pathLst>
          </a:custGeom>
          <a:gradFill>
            <a:gsLst>
              <a:gs pos="0">
                <a:srgbClr val="102D57">
                  <a:alpha val="4000"/>
                </a:srgbClr>
              </a:gs>
              <a:gs pos="8000">
                <a:srgbClr val="102D57">
                  <a:alpha val="70000"/>
                </a:srgbClr>
              </a:gs>
              <a:gs pos="28000">
                <a:srgbClr val="102D57"/>
              </a:gs>
              <a:gs pos="88000">
                <a:srgbClr val="102D57"/>
              </a:gs>
              <a:gs pos="100000">
                <a:srgbClr val="102D57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5" name="editable-brand-triangle#35"/>
          <p:cNvSpPr>
            <a:spLocks noGrp="1"/>
          </p:cNvSpPr>
          <p:nvPr/>
        </p:nvSpPr>
        <p:spPr>
          <a:xfrm>
            <a:off x="32376013" y="12647735"/>
            <a:ext cx="18277644" cy="6033521"/>
          </a:xfrm>
          <a:custGeom>
            <a:avLst/>
            <a:gdLst/>
            <a:ahLst/>
            <a:cxnLst/>
            <a:rect l="0" t="0" r="0" b="0"/>
            <a:pathLst>
              <a:path w="6515100" h="2150339">
                <a:moveTo>
                  <a:pt x="0" y="2150339"/>
                </a:moveTo>
                <a:lnTo>
                  <a:pt x="6515100" y="16739"/>
                </a:lnTo>
                <a:lnTo>
                  <a:pt x="6434490" y="0"/>
                </a:lnTo>
                <a:lnTo>
                  <a:pt x="60290" y="2087457"/>
                </a:lnTo>
                <a:close/>
              </a:path>
            </a:pathLst>
          </a:custGeom>
          <a:gradFill>
            <a:gsLst>
              <a:gs pos="0">
                <a:srgbClr val="152140">
                  <a:alpha val="4000"/>
                </a:srgbClr>
              </a:gs>
              <a:gs pos="8000">
                <a:srgbClr val="152140">
                  <a:alpha val="70000"/>
                </a:srgbClr>
              </a:gs>
              <a:gs pos="28000">
                <a:srgbClr val="152140"/>
              </a:gs>
              <a:gs pos="88000">
                <a:srgbClr val="152140"/>
              </a:gs>
              <a:gs pos="100000">
                <a:srgbClr val="152140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36" name="editable-brand-triangle#36"/>
          <p:cNvSpPr>
            <a:spLocks noGrp="1"/>
          </p:cNvSpPr>
          <p:nvPr/>
        </p:nvSpPr>
        <p:spPr>
          <a:xfrm>
            <a:off x="32525695" y="12606171"/>
            <a:ext cx="17927834" cy="5918947"/>
          </a:xfrm>
          <a:custGeom>
            <a:avLst/>
            <a:gdLst/>
            <a:ahLst/>
            <a:cxnLst/>
            <a:rect l="0" t="0" r="0" b="0"/>
            <a:pathLst>
              <a:path w="6390410" h="2109505">
                <a:moveTo>
                  <a:pt x="0" y="2109505"/>
                </a:moveTo>
                <a:lnTo>
                  <a:pt x="6390410" y="16739"/>
                </a:lnTo>
                <a:lnTo>
                  <a:pt x="6309799" y="0"/>
                </a:lnTo>
                <a:lnTo>
                  <a:pt x="60290" y="2046623"/>
                </a:lnTo>
                <a:close/>
              </a:path>
            </a:pathLst>
          </a:custGeom>
          <a:gradFill>
            <a:gsLst>
              <a:gs pos="0">
                <a:srgbClr val="102D55">
                  <a:alpha val="4000"/>
                </a:srgbClr>
              </a:gs>
              <a:gs pos="8000">
                <a:srgbClr val="102D55">
                  <a:alpha val="70000"/>
                </a:srgbClr>
              </a:gs>
              <a:gs pos="28000">
                <a:srgbClr val="102D55"/>
              </a:gs>
              <a:gs pos="88000">
                <a:srgbClr val="102D55"/>
              </a:gs>
              <a:gs pos="100000">
                <a:srgbClr val="102D55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37" name="editable-brand-triangle#37"/>
          <p:cNvSpPr>
            <a:spLocks noGrp="1"/>
          </p:cNvSpPr>
          <p:nvPr/>
        </p:nvSpPr>
        <p:spPr>
          <a:xfrm>
            <a:off x="32675376" y="12564607"/>
            <a:ext cx="17578024" cy="5804372"/>
          </a:xfrm>
          <a:custGeom>
            <a:avLst/>
            <a:gdLst/>
            <a:ahLst/>
            <a:cxnLst/>
            <a:rect l="0" t="0" r="0" b="0"/>
            <a:pathLst>
              <a:path w="6265719" h="2068670">
                <a:moveTo>
                  <a:pt x="0" y="2068670"/>
                </a:moveTo>
                <a:lnTo>
                  <a:pt x="6265719" y="16739"/>
                </a:lnTo>
                <a:lnTo>
                  <a:pt x="6185109" y="0"/>
                </a:lnTo>
                <a:lnTo>
                  <a:pt x="60290" y="2005789"/>
                </a:lnTo>
                <a:close/>
              </a:path>
            </a:pathLst>
          </a:custGeom>
          <a:gradFill>
            <a:gsLst>
              <a:gs pos="0">
                <a:srgbClr val="0A3A6A">
                  <a:alpha val="4000"/>
                </a:srgbClr>
              </a:gs>
              <a:gs pos="8000">
                <a:srgbClr val="0A3A6A">
                  <a:alpha val="70000"/>
                </a:srgbClr>
              </a:gs>
              <a:gs pos="28000">
                <a:srgbClr val="0A3A6A"/>
              </a:gs>
              <a:gs pos="88000">
                <a:srgbClr val="0A3A6A"/>
              </a:gs>
              <a:gs pos="100000">
                <a:srgbClr val="0A3A6A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38" name="editable-brand-triangle#38"/>
          <p:cNvSpPr>
            <a:spLocks noGrp="1"/>
          </p:cNvSpPr>
          <p:nvPr/>
        </p:nvSpPr>
        <p:spPr>
          <a:xfrm>
            <a:off x="32825057" y="12523043"/>
            <a:ext cx="17228214" cy="5689797"/>
          </a:xfrm>
          <a:custGeom>
            <a:avLst/>
            <a:gdLst/>
            <a:ahLst/>
            <a:cxnLst/>
            <a:rect l="0" t="0" r="0" b="0"/>
            <a:pathLst>
              <a:path w="6141029" h="2027836">
                <a:moveTo>
                  <a:pt x="0" y="2027836"/>
                </a:moveTo>
                <a:lnTo>
                  <a:pt x="6141029" y="16739"/>
                </a:lnTo>
                <a:lnTo>
                  <a:pt x="6060419" y="0"/>
                </a:lnTo>
                <a:lnTo>
                  <a:pt x="60290" y="1964954"/>
                </a:lnTo>
                <a:close/>
              </a:path>
            </a:pathLst>
          </a:custGeom>
          <a:gradFill>
            <a:gsLst>
              <a:gs pos="0">
                <a:srgbClr val="05467F">
                  <a:alpha val="4000"/>
                </a:srgbClr>
              </a:gs>
              <a:gs pos="8000">
                <a:srgbClr val="05467F">
                  <a:alpha val="70000"/>
                </a:srgbClr>
              </a:gs>
              <a:gs pos="28000">
                <a:srgbClr val="05467F"/>
              </a:gs>
              <a:gs pos="88000">
                <a:srgbClr val="05467F"/>
              </a:gs>
              <a:gs pos="100000">
                <a:srgbClr val="05467F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39" name="editable-brand-triangle#39"/>
          <p:cNvSpPr>
            <a:spLocks noGrp="1"/>
          </p:cNvSpPr>
          <p:nvPr/>
        </p:nvSpPr>
        <p:spPr>
          <a:xfrm>
            <a:off x="32974738" y="12481479"/>
            <a:ext cx="16878403" cy="5575222"/>
          </a:xfrm>
          <a:custGeom>
            <a:avLst/>
            <a:gdLst/>
            <a:ahLst/>
            <a:cxnLst/>
            <a:rect l="0" t="0" r="0" b="0"/>
            <a:pathLst>
              <a:path w="6016338" h="1987002">
                <a:moveTo>
                  <a:pt x="0" y="1987002"/>
                </a:moveTo>
                <a:lnTo>
                  <a:pt x="6016338" y="16739"/>
                </a:lnTo>
                <a:lnTo>
                  <a:pt x="5935728" y="0"/>
                </a:lnTo>
                <a:lnTo>
                  <a:pt x="60290" y="1924120"/>
                </a:lnTo>
                <a:close/>
              </a:path>
            </a:pathLst>
          </a:custGeom>
          <a:gradFill>
            <a:gsLst>
              <a:gs pos="0">
                <a:srgbClr val="03629A">
                  <a:alpha val="4000"/>
                </a:srgbClr>
              </a:gs>
              <a:gs pos="8000">
                <a:srgbClr val="03629A">
                  <a:alpha val="70000"/>
                </a:srgbClr>
              </a:gs>
              <a:gs pos="28000">
                <a:srgbClr val="03629A"/>
              </a:gs>
              <a:gs pos="88000">
                <a:srgbClr val="03629A"/>
              </a:gs>
              <a:gs pos="100000">
                <a:srgbClr val="03629A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0" name="editable-brand-triangle#40"/>
          <p:cNvSpPr>
            <a:spLocks noGrp="1"/>
          </p:cNvSpPr>
          <p:nvPr/>
        </p:nvSpPr>
        <p:spPr>
          <a:xfrm>
            <a:off x="33124419" y="12439915"/>
            <a:ext cx="16528593" cy="5460647"/>
          </a:xfrm>
          <a:custGeom>
            <a:avLst/>
            <a:gdLst/>
            <a:ahLst/>
            <a:cxnLst/>
            <a:rect l="0" t="0" r="0" b="0"/>
            <a:pathLst>
              <a:path w="5891648" h="1946168">
                <a:moveTo>
                  <a:pt x="0" y="1946168"/>
                </a:moveTo>
                <a:lnTo>
                  <a:pt x="5891648" y="16739"/>
                </a:lnTo>
                <a:lnTo>
                  <a:pt x="5811038" y="0"/>
                </a:lnTo>
                <a:lnTo>
                  <a:pt x="60290" y="1883286"/>
                </a:lnTo>
                <a:close/>
              </a:path>
            </a:pathLst>
          </a:custGeom>
          <a:gradFill>
            <a:gsLst>
              <a:gs pos="0">
                <a:srgbClr val="0285B7">
                  <a:alpha val="4000"/>
                </a:srgbClr>
              </a:gs>
              <a:gs pos="8000">
                <a:srgbClr val="0285B7">
                  <a:alpha val="70000"/>
                </a:srgbClr>
              </a:gs>
              <a:gs pos="28000">
                <a:srgbClr val="0285B7"/>
              </a:gs>
              <a:gs pos="88000">
                <a:srgbClr val="0285B7"/>
              </a:gs>
              <a:gs pos="100000">
                <a:srgbClr val="0285B7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1" name="editable-brand-triangle#41"/>
          <p:cNvSpPr>
            <a:spLocks noGrp="1"/>
          </p:cNvSpPr>
          <p:nvPr/>
        </p:nvSpPr>
        <p:spPr>
          <a:xfrm>
            <a:off x="33274100" y="12398352"/>
            <a:ext cx="16178783" cy="5346073"/>
          </a:xfrm>
          <a:custGeom>
            <a:avLst/>
            <a:gdLst/>
            <a:ahLst/>
            <a:cxnLst/>
            <a:rect l="0" t="0" r="0" b="0"/>
            <a:pathLst>
              <a:path w="5766957" h="1905333">
                <a:moveTo>
                  <a:pt x="0" y="1905333"/>
                </a:moveTo>
                <a:lnTo>
                  <a:pt x="5766957" y="16739"/>
                </a:lnTo>
                <a:lnTo>
                  <a:pt x="5686347" y="0"/>
                </a:lnTo>
                <a:lnTo>
                  <a:pt x="60290" y="1842451"/>
                </a:lnTo>
                <a:close/>
              </a:path>
            </a:pathLst>
          </a:custGeom>
          <a:gradFill>
            <a:gsLst>
              <a:gs pos="0">
                <a:srgbClr val="02A8D4">
                  <a:alpha val="4000"/>
                </a:srgbClr>
              </a:gs>
              <a:gs pos="8000">
                <a:srgbClr val="02A8D4">
                  <a:alpha val="70000"/>
                </a:srgbClr>
              </a:gs>
              <a:gs pos="28000">
                <a:srgbClr val="02A8D4"/>
              </a:gs>
              <a:gs pos="88000">
                <a:srgbClr val="02A8D4"/>
              </a:gs>
              <a:gs pos="100000">
                <a:srgbClr val="02A8D4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2" name="editable-brand-triangle#42"/>
          <p:cNvSpPr>
            <a:spLocks noGrp="1"/>
          </p:cNvSpPr>
          <p:nvPr/>
        </p:nvSpPr>
        <p:spPr>
          <a:xfrm>
            <a:off x="33423781" y="12356788"/>
            <a:ext cx="15828973" cy="5231498"/>
          </a:xfrm>
          <a:custGeom>
            <a:avLst/>
            <a:gdLst/>
            <a:ahLst/>
            <a:cxnLst/>
            <a:rect l="0" t="0" r="0" b="0"/>
            <a:pathLst>
              <a:path w="5642267" h="1864499">
                <a:moveTo>
                  <a:pt x="0" y="1864499"/>
                </a:moveTo>
                <a:lnTo>
                  <a:pt x="5642267" y="16739"/>
                </a:lnTo>
                <a:lnTo>
                  <a:pt x="5561657" y="0"/>
                </a:lnTo>
                <a:lnTo>
                  <a:pt x="60290" y="1801617"/>
                </a:lnTo>
                <a:close/>
              </a:path>
            </a:pathLst>
          </a:custGeom>
          <a:gradFill>
            <a:gsLst>
              <a:gs pos="0">
                <a:srgbClr val="15C1E5">
                  <a:alpha val="4000"/>
                </a:srgbClr>
              </a:gs>
              <a:gs pos="8000">
                <a:srgbClr val="15C1E5">
                  <a:alpha val="70000"/>
                </a:srgbClr>
              </a:gs>
              <a:gs pos="28000">
                <a:srgbClr val="15C1E5"/>
              </a:gs>
              <a:gs pos="88000">
                <a:srgbClr val="15C1E5"/>
              </a:gs>
              <a:gs pos="100000">
                <a:srgbClr val="15C1E5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3" name="editable-brand-triangle#43"/>
          <p:cNvSpPr>
            <a:spLocks noGrp="1"/>
          </p:cNvSpPr>
          <p:nvPr/>
        </p:nvSpPr>
        <p:spPr>
          <a:xfrm>
            <a:off x="33573462" y="12315224"/>
            <a:ext cx="15479163" cy="5116923"/>
          </a:xfrm>
          <a:custGeom>
            <a:avLst/>
            <a:gdLst/>
            <a:ahLst/>
            <a:cxnLst/>
            <a:rect l="0" t="0" r="0" b="0"/>
            <a:pathLst>
              <a:path w="5517576" h="1823665">
                <a:moveTo>
                  <a:pt x="0" y="1823665"/>
                </a:moveTo>
                <a:lnTo>
                  <a:pt x="5517576" y="16739"/>
                </a:lnTo>
                <a:lnTo>
                  <a:pt x="5436966" y="0"/>
                </a:lnTo>
                <a:lnTo>
                  <a:pt x="60290" y="1760783"/>
                </a:lnTo>
                <a:close/>
              </a:path>
            </a:pathLst>
          </a:custGeom>
          <a:gradFill>
            <a:gsLst>
              <a:gs pos="0">
                <a:srgbClr val="44CBE4">
                  <a:alpha val="4000"/>
                </a:srgbClr>
              </a:gs>
              <a:gs pos="8000">
                <a:srgbClr val="44CBE4">
                  <a:alpha val="70000"/>
                </a:srgbClr>
              </a:gs>
              <a:gs pos="28000">
                <a:srgbClr val="44CBE4"/>
              </a:gs>
              <a:gs pos="88000">
                <a:srgbClr val="44CBE4"/>
              </a:gs>
              <a:gs pos="100000">
                <a:srgbClr val="44CBE4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4" name="editable-brand-triangle#44"/>
          <p:cNvSpPr>
            <a:spLocks noGrp="1"/>
          </p:cNvSpPr>
          <p:nvPr/>
        </p:nvSpPr>
        <p:spPr>
          <a:xfrm>
            <a:off x="33723143" y="12273660"/>
            <a:ext cx="15129353" cy="5002348"/>
          </a:xfrm>
          <a:custGeom>
            <a:avLst/>
            <a:gdLst/>
            <a:ahLst/>
            <a:cxnLst/>
            <a:rect l="0" t="0" r="0" b="0"/>
            <a:pathLst>
              <a:path w="5392886" h="1782830">
                <a:moveTo>
                  <a:pt x="0" y="1782830"/>
                </a:moveTo>
                <a:lnTo>
                  <a:pt x="5392886" y="16739"/>
                </a:lnTo>
                <a:lnTo>
                  <a:pt x="5312276" y="0"/>
                </a:lnTo>
                <a:lnTo>
                  <a:pt x="60290" y="1719949"/>
                </a:lnTo>
                <a:close/>
              </a:path>
            </a:pathLst>
          </a:custGeom>
          <a:gradFill>
            <a:gsLst>
              <a:gs pos="0">
                <a:srgbClr val="73D6E2">
                  <a:alpha val="4000"/>
                </a:srgbClr>
              </a:gs>
              <a:gs pos="8000">
                <a:srgbClr val="73D6E2">
                  <a:alpha val="70000"/>
                </a:srgbClr>
              </a:gs>
              <a:gs pos="28000">
                <a:srgbClr val="73D6E2"/>
              </a:gs>
              <a:gs pos="88000">
                <a:srgbClr val="73D6E2"/>
              </a:gs>
              <a:gs pos="100000">
                <a:srgbClr val="73D6E2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5" name="editable-brand-triangle#45"/>
          <p:cNvSpPr>
            <a:spLocks noGrp="1"/>
          </p:cNvSpPr>
          <p:nvPr/>
        </p:nvSpPr>
        <p:spPr>
          <a:xfrm>
            <a:off x="33872824" y="12232096"/>
            <a:ext cx="14779543" cy="4887774"/>
          </a:xfrm>
          <a:custGeom>
            <a:avLst/>
            <a:gdLst/>
            <a:ahLst/>
            <a:cxnLst/>
            <a:rect l="0" t="0" r="0" b="0"/>
            <a:pathLst>
              <a:path w="5268195" h="1741996">
                <a:moveTo>
                  <a:pt x="0" y="1741996"/>
                </a:moveTo>
                <a:lnTo>
                  <a:pt x="5268195" y="16739"/>
                </a:lnTo>
                <a:lnTo>
                  <a:pt x="5187585" y="0"/>
                </a:lnTo>
                <a:lnTo>
                  <a:pt x="60290" y="1679114"/>
                </a:lnTo>
                <a:close/>
              </a:path>
            </a:pathLst>
          </a:custGeom>
          <a:gradFill>
            <a:gsLst>
              <a:gs pos="0">
                <a:srgbClr val="A0E0E0">
                  <a:alpha val="4000"/>
                </a:srgbClr>
              </a:gs>
              <a:gs pos="8000">
                <a:srgbClr val="A0E0E0">
                  <a:alpha val="70000"/>
                </a:srgbClr>
              </a:gs>
              <a:gs pos="28000">
                <a:srgbClr val="A0E0E0"/>
              </a:gs>
              <a:gs pos="88000">
                <a:srgbClr val="A0E0E0"/>
              </a:gs>
              <a:gs pos="100000">
                <a:srgbClr val="A0E0E0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6" name="editable-brand-triangle#46"/>
          <p:cNvSpPr>
            <a:spLocks noGrp="1"/>
          </p:cNvSpPr>
          <p:nvPr/>
        </p:nvSpPr>
        <p:spPr>
          <a:xfrm>
            <a:off x="34022506" y="12190532"/>
            <a:ext cx="14429733" cy="4773199"/>
          </a:xfrm>
          <a:custGeom>
            <a:avLst/>
            <a:gdLst/>
            <a:ahLst/>
            <a:cxnLst/>
            <a:rect l="0" t="0" r="0" b="0"/>
            <a:pathLst>
              <a:path w="5143505" h="1701162">
                <a:moveTo>
                  <a:pt x="0" y="1701162"/>
                </a:moveTo>
                <a:lnTo>
                  <a:pt x="5143505" y="16739"/>
                </a:lnTo>
                <a:lnTo>
                  <a:pt x="5062895" y="0"/>
                </a:lnTo>
                <a:lnTo>
                  <a:pt x="60290" y="1638280"/>
                </a:lnTo>
                <a:close/>
              </a:path>
            </a:pathLst>
          </a:custGeom>
          <a:gradFill>
            <a:gsLst>
              <a:gs pos="0">
                <a:srgbClr val="BEE7D9">
                  <a:alpha val="4000"/>
                </a:srgbClr>
              </a:gs>
              <a:gs pos="8000">
                <a:srgbClr val="BEE7D9">
                  <a:alpha val="70000"/>
                </a:srgbClr>
              </a:gs>
              <a:gs pos="28000">
                <a:srgbClr val="BEE7D9"/>
              </a:gs>
              <a:gs pos="88000">
                <a:srgbClr val="BEE7D9"/>
              </a:gs>
              <a:gs pos="100000">
                <a:srgbClr val="BEE7D9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7" name="editable-brand-triangle#47"/>
          <p:cNvSpPr>
            <a:spLocks noGrp="1"/>
          </p:cNvSpPr>
          <p:nvPr/>
        </p:nvSpPr>
        <p:spPr>
          <a:xfrm>
            <a:off x="34172187" y="12148969"/>
            <a:ext cx="14079923" cy="4658624"/>
          </a:xfrm>
          <a:custGeom>
            <a:avLst/>
            <a:gdLst/>
            <a:ahLst/>
            <a:cxnLst/>
            <a:rect l="0" t="0" r="0" b="0"/>
            <a:pathLst>
              <a:path w="5018815" h="1660327">
                <a:moveTo>
                  <a:pt x="0" y="1660327"/>
                </a:moveTo>
                <a:lnTo>
                  <a:pt x="5018815" y="16739"/>
                </a:lnTo>
                <a:lnTo>
                  <a:pt x="4938205" y="0"/>
                </a:lnTo>
                <a:lnTo>
                  <a:pt x="60290" y="1597446"/>
                </a:lnTo>
                <a:close/>
              </a:path>
            </a:pathLst>
          </a:custGeom>
          <a:gradFill>
            <a:gsLst>
              <a:gs pos="0">
                <a:srgbClr val="DBEED1">
                  <a:alpha val="4000"/>
                </a:srgbClr>
              </a:gs>
              <a:gs pos="8000">
                <a:srgbClr val="DBEED1">
                  <a:alpha val="70000"/>
                </a:srgbClr>
              </a:gs>
              <a:gs pos="28000">
                <a:srgbClr val="DBEED1"/>
              </a:gs>
              <a:gs pos="88000">
                <a:srgbClr val="DBEED1"/>
              </a:gs>
              <a:gs pos="100000">
                <a:srgbClr val="DBEED1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8" name="editable-brand-triangle#48"/>
          <p:cNvSpPr>
            <a:spLocks noGrp="1"/>
          </p:cNvSpPr>
          <p:nvPr/>
        </p:nvSpPr>
        <p:spPr>
          <a:xfrm>
            <a:off x="34321868" y="12107405"/>
            <a:ext cx="13730113" cy="4544049"/>
          </a:xfrm>
          <a:custGeom>
            <a:avLst/>
            <a:gdLst/>
            <a:ahLst/>
            <a:cxnLst/>
            <a:rect l="0" t="0" r="0" b="0"/>
            <a:pathLst>
              <a:path w="4894124" h="1619493">
                <a:moveTo>
                  <a:pt x="0" y="1619493"/>
                </a:moveTo>
                <a:lnTo>
                  <a:pt x="4894124" y="16739"/>
                </a:lnTo>
                <a:lnTo>
                  <a:pt x="4813514" y="0"/>
                </a:lnTo>
                <a:lnTo>
                  <a:pt x="60290" y="1556611"/>
                </a:lnTo>
                <a:close/>
              </a:path>
            </a:pathLst>
          </a:custGeom>
          <a:gradFill>
            <a:gsLst>
              <a:gs pos="0">
                <a:srgbClr val="F9F5CA">
                  <a:alpha val="4000"/>
                </a:srgbClr>
              </a:gs>
              <a:gs pos="8000">
                <a:srgbClr val="F9F5CA">
                  <a:alpha val="70000"/>
                </a:srgbClr>
              </a:gs>
              <a:gs pos="28000">
                <a:srgbClr val="F9F5CA"/>
              </a:gs>
              <a:gs pos="88000">
                <a:srgbClr val="F9F5CA"/>
              </a:gs>
              <a:gs pos="100000">
                <a:srgbClr val="F9F5CA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9" name="editable-brand-triangle#49"/>
          <p:cNvSpPr>
            <a:spLocks noGrp="1"/>
          </p:cNvSpPr>
          <p:nvPr/>
        </p:nvSpPr>
        <p:spPr>
          <a:xfrm>
            <a:off x="34471549" y="12065841"/>
            <a:ext cx="13380303" cy="4429474"/>
          </a:xfrm>
          <a:custGeom>
            <a:avLst/>
            <a:gdLst/>
            <a:ahLst/>
            <a:cxnLst/>
            <a:rect l="0" t="0" r="0" b="0"/>
            <a:pathLst>
              <a:path w="4769434" h="1578659">
                <a:moveTo>
                  <a:pt x="0" y="1578659"/>
                </a:moveTo>
                <a:lnTo>
                  <a:pt x="4769434" y="16739"/>
                </a:lnTo>
                <a:lnTo>
                  <a:pt x="4688824" y="0"/>
                </a:lnTo>
                <a:lnTo>
                  <a:pt x="60290" y="1515777"/>
                </a:lnTo>
                <a:close/>
              </a:path>
            </a:pathLst>
          </a:custGeom>
          <a:gradFill>
            <a:gsLst>
              <a:gs pos="0">
                <a:srgbClr val="F6E0A5">
                  <a:alpha val="4000"/>
                </a:srgbClr>
              </a:gs>
              <a:gs pos="8000">
                <a:srgbClr val="F6E0A5">
                  <a:alpha val="70000"/>
                </a:srgbClr>
              </a:gs>
              <a:gs pos="28000">
                <a:srgbClr val="F6E0A5"/>
              </a:gs>
              <a:gs pos="88000">
                <a:srgbClr val="F6E0A5"/>
              </a:gs>
              <a:gs pos="100000">
                <a:srgbClr val="F6E0A5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0" name="editable-brand-triangle#50"/>
          <p:cNvSpPr>
            <a:spLocks noGrp="1"/>
          </p:cNvSpPr>
          <p:nvPr/>
        </p:nvSpPr>
        <p:spPr>
          <a:xfrm>
            <a:off x="34621230" y="12024277"/>
            <a:ext cx="13030493" cy="4314900"/>
          </a:xfrm>
          <a:custGeom>
            <a:avLst/>
            <a:gdLst/>
            <a:ahLst/>
            <a:cxnLst/>
            <a:rect l="0" t="0" r="0" b="0"/>
            <a:pathLst>
              <a:path w="4644743" h="1537825">
                <a:moveTo>
                  <a:pt x="0" y="1537825"/>
                </a:moveTo>
                <a:lnTo>
                  <a:pt x="4644743" y="16739"/>
                </a:lnTo>
                <a:lnTo>
                  <a:pt x="4564133" y="0"/>
                </a:lnTo>
                <a:lnTo>
                  <a:pt x="60290" y="1474943"/>
                </a:lnTo>
                <a:close/>
              </a:path>
            </a:pathLst>
          </a:custGeom>
          <a:gradFill>
            <a:gsLst>
              <a:gs pos="0">
                <a:srgbClr val="EAC478">
                  <a:alpha val="4000"/>
                </a:srgbClr>
              </a:gs>
              <a:gs pos="8000">
                <a:srgbClr val="EAC478">
                  <a:alpha val="70000"/>
                </a:srgbClr>
              </a:gs>
              <a:gs pos="28000">
                <a:srgbClr val="EAC478"/>
              </a:gs>
              <a:gs pos="88000">
                <a:srgbClr val="EAC478"/>
              </a:gs>
              <a:gs pos="100000">
                <a:srgbClr val="EAC478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1" name="editable-brand-triangle#51"/>
          <p:cNvSpPr>
            <a:spLocks noGrp="1"/>
          </p:cNvSpPr>
          <p:nvPr/>
        </p:nvSpPr>
        <p:spPr>
          <a:xfrm>
            <a:off x="34770911" y="11982713"/>
            <a:ext cx="12680683" cy="4200325"/>
          </a:xfrm>
          <a:custGeom>
            <a:avLst/>
            <a:gdLst/>
            <a:ahLst/>
            <a:cxnLst/>
            <a:rect l="0" t="0" r="0" b="0"/>
            <a:pathLst>
              <a:path w="4520053" h="1496990">
                <a:moveTo>
                  <a:pt x="0" y="1496990"/>
                </a:moveTo>
                <a:lnTo>
                  <a:pt x="4520053" y="16739"/>
                </a:lnTo>
                <a:lnTo>
                  <a:pt x="4439443" y="0"/>
                </a:lnTo>
                <a:lnTo>
                  <a:pt x="60290" y="1434108"/>
                </a:lnTo>
                <a:close/>
              </a:path>
            </a:pathLst>
          </a:custGeom>
          <a:gradFill>
            <a:gsLst>
              <a:gs pos="0">
                <a:srgbClr val="DEA94C">
                  <a:alpha val="4000"/>
                </a:srgbClr>
              </a:gs>
              <a:gs pos="8000">
                <a:srgbClr val="DEA94C">
                  <a:alpha val="70000"/>
                </a:srgbClr>
              </a:gs>
              <a:gs pos="28000">
                <a:srgbClr val="DEA94C"/>
              </a:gs>
              <a:gs pos="88000">
                <a:srgbClr val="DEA94C"/>
              </a:gs>
              <a:gs pos="100000">
                <a:srgbClr val="DEA94C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2" name="editable-brand-triangle#52"/>
          <p:cNvSpPr>
            <a:spLocks noGrp="1"/>
          </p:cNvSpPr>
          <p:nvPr/>
        </p:nvSpPr>
        <p:spPr>
          <a:xfrm>
            <a:off x="34920592" y="11941149"/>
            <a:ext cx="12330872" cy="4085750"/>
          </a:xfrm>
          <a:custGeom>
            <a:avLst/>
            <a:gdLst/>
            <a:ahLst/>
            <a:cxnLst/>
            <a:rect l="0" t="0" r="0" b="0"/>
            <a:pathLst>
              <a:path w="4395362" h="1456156">
                <a:moveTo>
                  <a:pt x="0" y="1456156"/>
                </a:moveTo>
                <a:lnTo>
                  <a:pt x="4395362" y="16739"/>
                </a:lnTo>
                <a:lnTo>
                  <a:pt x="4314752" y="0"/>
                </a:lnTo>
                <a:lnTo>
                  <a:pt x="60290" y="1393274"/>
                </a:lnTo>
                <a:close/>
              </a:path>
            </a:pathLst>
          </a:custGeom>
          <a:gradFill>
            <a:gsLst>
              <a:gs pos="0">
                <a:srgbClr val="BF9043">
                  <a:alpha val="4000"/>
                </a:srgbClr>
              </a:gs>
              <a:gs pos="8000">
                <a:srgbClr val="BF9043">
                  <a:alpha val="70000"/>
                </a:srgbClr>
              </a:gs>
              <a:gs pos="28000">
                <a:srgbClr val="BF9043"/>
              </a:gs>
              <a:gs pos="88000">
                <a:srgbClr val="BF9043"/>
              </a:gs>
              <a:gs pos="100000">
                <a:srgbClr val="BF9043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3" name="editable-brand-triangle#53"/>
          <p:cNvSpPr>
            <a:spLocks noGrp="1"/>
          </p:cNvSpPr>
          <p:nvPr/>
        </p:nvSpPr>
        <p:spPr>
          <a:xfrm>
            <a:off x="35070273" y="11899585"/>
            <a:ext cx="11981062" cy="3971175"/>
          </a:xfrm>
          <a:custGeom>
            <a:avLst/>
            <a:gdLst/>
            <a:ahLst/>
            <a:cxnLst/>
            <a:rect l="0" t="0" r="0" b="0"/>
            <a:pathLst>
              <a:path w="4270672" h="1415322">
                <a:moveTo>
                  <a:pt x="0" y="1415322"/>
                </a:moveTo>
                <a:lnTo>
                  <a:pt x="4270672" y="16739"/>
                </a:lnTo>
                <a:lnTo>
                  <a:pt x="4190062" y="0"/>
                </a:lnTo>
                <a:lnTo>
                  <a:pt x="60290" y="1352440"/>
                </a:lnTo>
                <a:close/>
              </a:path>
            </a:pathLst>
          </a:custGeom>
          <a:gradFill>
            <a:gsLst>
              <a:gs pos="0">
                <a:srgbClr val="8C7A5E">
                  <a:alpha val="4000"/>
                </a:srgbClr>
              </a:gs>
              <a:gs pos="8000">
                <a:srgbClr val="8C7A5E">
                  <a:alpha val="70000"/>
                </a:srgbClr>
              </a:gs>
              <a:gs pos="28000">
                <a:srgbClr val="8C7A5E"/>
              </a:gs>
              <a:gs pos="88000">
                <a:srgbClr val="8C7A5E"/>
              </a:gs>
              <a:gs pos="100000">
                <a:srgbClr val="8C7A5E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4" name="editable-brand-triangle#54"/>
          <p:cNvSpPr>
            <a:spLocks noGrp="1"/>
          </p:cNvSpPr>
          <p:nvPr/>
        </p:nvSpPr>
        <p:spPr>
          <a:xfrm>
            <a:off x="35219954" y="11858022"/>
            <a:ext cx="11631252" cy="3856601"/>
          </a:xfrm>
          <a:custGeom>
            <a:avLst/>
            <a:gdLst/>
            <a:ahLst/>
            <a:cxnLst/>
            <a:rect l="0" t="0" r="0" b="0"/>
            <a:pathLst>
              <a:path w="4145981" h="1374487">
                <a:moveTo>
                  <a:pt x="0" y="1374487"/>
                </a:moveTo>
                <a:lnTo>
                  <a:pt x="4145981" y="16739"/>
                </a:lnTo>
                <a:lnTo>
                  <a:pt x="4065371" y="0"/>
                </a:lnTo>
                <a:lnTo>
                  <a:pt x="60290" y="1311606"/>
                </a:lnTo>
                <a:close/>
              </a:path>
            </a:pathLst>
          </a:custGeom>
          <a:gradFill>
            <a:gsLst>
              <a:gs pos="0">
                <a:srgbClr val="596479">
                  <a:alpha val="4000"/>
                </a:srgbClr>
              </a:gs>
              <a:gs pos="8000">
                <a:srgbClr val="596479">
                  <a:alpha val="70000"/>
                </a:srgbClr>
              </a:gs>
              <a:gs pos="28000">
                <a:srgbClr val="596479"/>
              </a:gs>
              <a:gs pos="88000">
                <a:srgbClr val="596479"/>
              </a:gs>
              <a:gs pos="100000">
                <a:srgbClr val="596479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5" name="editable-brand-triangle#55"/>
          <p:cNvSpPr>
            <a:spLocks noGrp="1"/>
          </p:cNvSpPr>
          <p:nvPr/>
        </p:nvSpPr>
        <p:spPr>
          <a:xfrm>
            <a:off x="35369635" y="11816458"/>
            <a:ext cx="11281442" cy="3742026"/>
          </a:xfrm>
          <a:custGeom>
            <a:avLst/>
            <a:gdLst/>
            <a:ahLst/>
            <a:cxnLst/>
            <a:rect l="0" t="0" r="0" b="0"/>
            <a:pathLst>
              <a:path w="4021291" h="1333653">
                <a:moveTo>
                  <a:pt x="0" y="1333653"/>
                </a:moveTo>
                <a:lnTo>
                  <a:pt x="4021291" y="16739"/>
                </a:lnTo>
                <a:lnTo>
                  <a:pt x="3940681" y="0"/>
                </a:lnTo>
                <a:lnTo>
                  <a:pt x="60290" y="1270771"/>
                </a:lnTo>
                <a:close/>
              </a:path>
            </a:pathLst>
          </a:custGeom>
          <a:gradFill>
            <a:gsLst>
              <a:gs pos="0">
                <a:srgbClr val="2E508C">
                  <a:alpha val="4000"/>
                </a:srgbClr>
              </a:gs>
              <a:gs pos="8000">
                <a:srgbClr val="2E508C">
                  <a:alpha val="70000"/>
                </a:srgbClr>
              </a:gs>
              <a:gs pos="28000">
                <a:srgbClr val="2E508C"/>
              </a:gs>
              <a:gs pos="88000">
                <a:srgbClr val="2E508C"/>
              </a:gs>
              <a:gs pos="100000">
                <a:srgbClr val="2E508C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6" name="editable-brand-triangle#56"/>
          <p:cNvSpPr>
            <a:spLocks noGrp="1"/>
          </p:cNvSpPr>
          <p:nvPr/>
        </p:nvSpPr>
        <p:spPr>
          <a:xfrm>
            <a:off x="35519317" y="11774894"/>
            <a:ext cx="10931632" cy="3627451"/>
          </a:xfrm>
          <a:custGeom>
            <a:avLst/>
            <a:gdLst/>
            <a:ahLst/>
            <a:cxnLst/>
            <a:rect l="0" t="0" r="0" b="0"/>
            <a:pathLst>
              <a:path w="3896601" h="1292819">
                <a:moveTo>
                  <a:pt x="0" y="1292819"/>
                </a:moveTo>
                <a:lnTo>
                  <a:pt x="3896601" y="16739"/>
                </a:lnTo>
                <a:lnTo>
                  <a:pt x="3815990" y="0"/>
                </a:lnTo>
                <a:lnTo>
                  <a:pt x="60290" y="1229937"/>
                </a:lnTo>
                <a:close/>
              </a:path>
            </a:pathLst>
          </a:custGeom>
          <a:gradFill>
            <a:gsLst>
              <a:gs pos="0">
                <a:srgbClr val="25467F">
                  <a:alpha val="4000"/>
                </a:srgbClr>
              </a:gs>
              <a:gs pos="8000">
                <a:srgbClr val="25467F">
                  <a:alpha val="70000"/>
                </a:srgbClr>
              </a:gs>
              <a:gs pos="28000">
                <a:srgbClr val="25467F"/>
              </a:gs>
              <a:gs pos="88000">
                <a:srgbClr val="25467F"/>
              </a:gs>
              <a:gs pos="100000">
                <a:srgbClr val="25467F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7" name="editable-brand-triangle#57"/>
          <p:cNvSpPr>
            <a:spLocks noGrp="1"/>
          </p:cNvSpPr>
          <p:nvPr/>
        </p:nvSpPr>
        <p:spPr>
          <a:xfrm>
            <a:off x="35668998" y="11733330"/>
            <a:ext cx="10581822" cy="3512876"/>
          </a:xfrm>
          <a:custGeom>
            <a:avLst/>
            <a:gdLst/>
            <a:ahLst/>
            <a:cxnLst/>
            <a:rect l="0" t="0" r="0" b="0"/>
            <a:pathLst>
              <a:path w="3771910" h="1251984">
                <a:moveTo>
                  <a:pt x="0" y="1251984"/>
                </a:moveTo>
                <a:lnTo>
                  <a:pt x="3771910" y="16739"/>
                </a:lnTo>
                <a:lnTo>
                  <a:pt x="3691300" y="0"/>
                </a:lnTo>
                <a:lnTo>
                  <a:pt x="60290" y="1189103"/>
                </a:lnTo>
                <a:close/>
              </a:path>
            </a:pathLst>
          </a:custGeom>
          <a:gradFill>
            <a:gsLst>
              <a:gs pos="0">
                <a:srgbClr val="1C3B72">
                  <a:alpha val="4000"/>
                </a:srgbClr>
              </a:gs>
              <a:gs pos="8000">
                <a:srgbClr val="1C3B72">
                  <a:alpha val="70000"/>
                </a:srgbClr>
              </a:gs>
              <a:gs pos="28000">
                <a:srgbClr val="1C3B72"/>
              </a:gs>
              <a:gs pos="88000">
                <a:srgbClr val="1C3B72"/>
              </a:gs>
              <a:gs pos="100000">
                <a:srgbClr val="1C3B72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8" name="editable-brand-triangle#58"/>
          <p:cNvSpPr>
            <a:spLocks noGrp="1"/>
          </p:cNvSpPr>
          <p:nvPr/>
        </p:nvSpPr>
        <p:spPr>
          <a:xfrm>
            <a:off x="35818679" y="11691766"/>
            <a:ext cx="10232012" cy="3398301"/>
          </a:xfrm>
          <a:custGeom>
            <a:avLst/>
            <a:gdLst/>
            <a:ahLst/>
            <a:cxnLst/>
            <a:rect l="0" t="0" r="0" b="0"/>
            <a:pathLst>
              <a:path w="3647220" h="1211150">
                <a:moveTo>
                  <a:pt x="0" y="1211150"/>
                </a:moveTo>
                <a:lnTo>
                  <a:pt x="3647220" y="16739"/>
                </a:lnTo>
                <a:lnTo>
                  <a:pt x="3566610" y="0"/>
                </a:lnTo>
                <a:lnTo>
                  <a:pt x="60290" y="1148268"/>
                </a:lnTo>
                <a:close/>
              </a:path>
            </a:pathLst>
          </a:custGeom>
          <a:gradFill>
            <a:gsLst>
              <a:gs pos="0">
                <a:srgbClr val="133165">
                  <a:alpha val="4000"/>
                </a:srgbClr>
              </a:gs>
              <a:gs pos="8000">
                <a:srgbClr val="133165">
                  <a:alpha val="70000"/>
                </a:srgbClr>
              </a:gs>
              <a:gs pos="28000">
                <a:srgbClr val="133165"/>
              </a:gs>
              <a:gs pos="88000">
                <a:srgbClr val="133165"/>
              </a:gs>
              <a:gs pos="100000">
                <a:srgbClr val="133165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9" name="editable-brand-triangle#59"/>
          <p:cNvSpPr>
            <a:spLocks noGrp="1"/>
          </p:cNvSpPr>
          <p:nvPr/>
        </p:nvSpPr>
        <p:spPr>
          <a:xfrm>
            <a:off x="35968360" y="11650202"/>
            <a:ext cx="9882202" cy="3283727"/>
          </a:xfrm>
          <a:custGeom>
            <a:avLst/>
            <a:gdLst/>
            <a:ahLst/>
            <a:cxnLst/>
            <a:rect l="0" t="0" r="0" b="0"/>
            <a:pathLst>
              <a:path w="3522529" h="1170316">
                <a:moveTo>
                  <a:pt x="0" y="1170316"/>
                </a:moveTo>
                <a:lnTo>
                  <a:pt x="3522529" y="16739"/>
                </a:lnTo>
                <a:lnTo>
                  <a:pt x="3441919" y="0"/>
                </a:lnTo>
                <a:lnTo>
                  <a:pt x="60290" y="1107434"/>
                </a:lnTo>
                <a:close/>
              </a:path>
            </a:pathLst>
          </a:custGeom>
          <a:gradFill>
            <a:gsLst>
              <a:gs pos="0">
                <a:srgbClr val="125583">
                  <a:alpha val="4000"/>
                </a:srgbClr>
              </a:gs>
              <a:gs pos="8000">
                <a:srgbClr val="125583">
                  <a:alpha val="70000"/>
                </a:srgbClr>
              </a:gs>
              <a:gs pos="28000">
                <a:srgbClr val="125583"/>
              </a:gs>
              <a:gs pos="88000">
                <a:srgbClr val="125583"/>
              </a:gs>
              <a:gs pos="100000">
                <a:srgbClr val="125583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0" name="editable-brand-triangle#60"/>
          <p:cNvSpPr>
            <a:spLocks noGrp="1"/>
          </p:cNvSpPr>
          <p:nvPr/>
        </p:nvSpPr>
        <p:spPr>
          <a:xfrm>
            <a:off x="36118041" y="11608639"/>
            <a:ext cx="9532392" cy="3169152"/>
          </a:xfrm>
          <a:custGeom>
            <a:avLst/>
            <a:gdLst/>
            <a:ahLst/>
            <a:cxnLst/>
            <a:rect l="0" t="0" r="0" b="0"/>
            <a:pathLst>
              <a:path w="3397839" h="1129482">
                <a:moveTo>
                  <a:pt x="0" y="1129482"/>
                </a:moveTo>
                <a:lnTo>
                  <a:pt x="3397839" y="16739"/>
                </a:lnTo>
                <a:lnTo>
                  <a:pt x="3317229" y="0"/>
                </a:lnTo>
                <a:lnTo>
                  <a:pt x="60290" y="1066600"/>
                </a:lnTo>
                <a:close/>
              </a:path>
            </a:pathLst>
          </a:custGeom>
          <a:gradFill>
            <a:gsLst>
              <a:gs pos="0">
                <a:srgbClr val="127DA5">
                  <a:alpha val="4000"/>
                </a:srgbClr>
              </a:gs>
              <a:gs pos="8000">
                <a:srgbClr val="127DA5">
                  <a:alpha val="70000"/>
                </a:srgbClr>
              </a:gs>
              <a:gs pos="28000">
                <a:srgbClr val="127DA5"/>
              </a:gs>
              <a:gs pos="88000">
                <a:srgbClr val="127DA5"/>
              </a:gs>
              <a:gs pos="100000">
                <a:srgbClr val="127DA5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1" name="editable-brand-triangle#61"/>
          <p:cNvSpPr>
            <a:spLocks noGrp="1"/>
          </p:cNvSpPr>
          <p:nvPr/>
        </p:nvSpPr>
        <p:spPr>
          <a:xfrm>
            <a:off x="36267722" y="11567075"/>
            <a:ext cx="9182582" cy="3054577"/>
          </a:xfrm>
          <a:custGeom>
            <a:avLst/>
            <a:gdLst/>
            <a:ahLst/>
            <a:cxnLst/>
            <a:rect l="0" t="0" r="0" b="0"/>
            <a:pathLst>
              <a:path w="3273148" h="1088647">
                <a:moveTo>
                  <a:pt x="0" y="1088647"/>
                </a:moveTo>
                <a:lnTo>
                  <a:pt x="3273148" y="16739"/>
                </a:lnTo>
                <a:lnTo>
                  <a:pt x="3192538" y="0"/>
                </a:lnTo>
                <a:lnTo>
                  <a:pt x="60290" y="1025765"/>
                </a:lnTo>
                <a:close/>
              </a:path>
            </a:pathLst>
          </a:custGeom>
          <a:gradFill>
            <a:gsLst>
              <a:gs pos="0">
                <a:srgbClr val="12A6C7">
                  <a:alpha val="4000"/>
                </a:srgbClr>
              </a:gs>
              <a:gs pos="8000">
                <a:srgbClr val="12A6C7">
                  <a:alpha val="70000"/>
                </a:srgbClr>
              </a:gs>
              <a:gs pos="28000">
                <a:srgbClr val="12A6C7"/>
              </a:gs>
              <a:gs pos="88000">
                <a:srgbClr val="12A6C7"/>
              </a:gs>
              <a:gs pos="100000">
                <a:srgbClr val="12A6C7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2" name="editable-brand-triangle#62"/>
          <p:cNvSpPr>
            <a:spLocks noGrp="1"/>
          </p:cNvSpPr>
          <p:nvPr/>
        </p:nvSpPr>
        <p:spPr>
          <a:xfrm>
            <a:off x="36417403" y="11525511"/>
            <a:ext cx="8832772" cy="2940002"/>
          </a:xfrm>
          <a:custGeom>
            <a:avLst/>
            <a:gdLst/>
            <a:ahLst/>
            <a:cxnLst/>
            <a:rect l="0" t="0" r="0" b="0"/>
            <a:pathLst>
              <a:path w="3148458" h="1047813">
                <a:moveTo>
                  <a:pt x="0" y="1047813"/>
                </a:moveTo>
                <a:lnTo>
                  <a:pt x="3148458" y="16739"/>
                </a:lnTo>
                <a:lnTo>
                  <a:pt x="3067848" y="0"/>
                </a:lnTo>
                <a:lnTo>
                  <a:pt x="60290" y="984931"/>
                </a:lnTo>
                <a:close/>
              </a:path>
            </a:pathLst>
          </a:custGeom>
          <a:gradFill>
            <a:gsLst>
              <a:gs pos="0">
                <a:srgbClr val="33C0D8">
                  <a:alpha val="4000"/>
                </a:srgbClr>
              </a:gs>
              <a:gs pos="8000">
                <a:srgbClr val="33C0D8">
                  <a:alpha val="70000"/>
                </a:srgbClr>
              </a:gs>
              <a:gs pos="28000">
                <a:srgbClr val="33C0D8"/>
              </a:gs>
              <a:gs pos="88000">
                <a:srgbClr val="33C0D8"/>
              </a:gs>
              <a:gs pos="100000">
                <a:srgbClr val="33C0D8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3" name="editable-brand-triangle#63"/>
          <p:cNvSpPr>
            <a:spLocks noGrp="1"/>
          </p:cNvSpPr>
          <p:nvPr/>
        </p:nvSpPr>
        <p:spPr>
          <a:xfrm>
            <a:off x="36567084" y="11483947"/>
            <a:ext cx="8482962" cy="2825428"/>
          </a:xfrm>
          <a:custGeom>
            <a:avLst/>
            <a:gdLst/>
            <a:ahLst/>
            <a:cxnLst/>
            <a:rect l="0" t="0" r="0" b="0"/>
            <a:pathLst>
              <a:path w="3023767" h="1006979">
                <a:moveTo>
                  <a:pt x="0" y="1006979"/>
                </a:moveTo>
                <a:lnTo>
                  <a:pt x="3023767" y="16739"/>
                </a:lnTo>
                <a:lnTo>
                  <a:pt x="2943157" y="0"/>
                </a:lnTo>
                <a:lnTo>
                  <a:pt x="60290" y="944097"/>
                </a:lnTo>
                <a:close/>
              </a:path>
            </a:pathLst>
          </a:custGeom>
          <a:gradFill>
            <a:gsLst>
              <a:gs pos="0">
                <a:srgbClr val="69D1DE">
                  <a:alpha val="4000"/>
                </a:srgbClr>
              </a:gs>
              <a:gs pos="8000">
                <a:srgbClr val="69D1DE">
                  <a:alpha val="70000"/>
                </a:srgbClr>
              </a:gs>
              <a:gs pos="28000">
                <a:srgbClr val="69D1DE"/>
              </a:gs>
              <a:gs pos="88000">
                <a:srgbClr val="69D1DE"/>
              </a:gs>
              <a:gs pos="100000">
                <a:srgbClr val="69D1DE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4" name="editable-brand-triangle#64"/>
          <p:cNvSpPr>
            <a:spLocks noGrp="1"/>
          </p:cNvSpPr>
          <p:nvPr/>
        </p:nvSpPr>
        <p:spPr>
          <a:xfrm>
            <a:off x="36716765" y="11442383"/>
            <a:ext cx="8133152" cy="2710853"/>
          </a:xfrm>
          <a:custGeom>
            <a:avLst/>
            <a:gdLst/>
            <a:ahLst/>
            <a:cxnLst/>
            <a:rect l="0" t="0" r="0" b="0"/>
            <a:pathLst>
              <a:path w="2899077" h="966144">
                <a:moveTo>
                  <a:pt x="0" y="966144"/>
                </a:moveTo>
                <a:lnTo>
                  <a:pt x="2899077" y="16739"/>
                </a:lnTo>
                <a:lnTo>
                  <a:pt x="2818467" y="0"/>
                </a:lnTo>
                <a:lnTo>
                  <a:pt x="60290" y="903263"/>
                </a:lnTo>
                <a:close/>
              </a:path>
            </a:pathLst>
          </a:custGeom>
          <a:gradFill>
            <a:gsLst>
              <a:gs pos="0">
                <a:srgbClr val="9FE2E3">
                  <a:alpha val="4000"/>
                </a:srgbClr>
              </a:gs>
              <a:gs pos="8000">
                <a:srgbClr val="9FE2E3">
                  <a:alpha val="70000"/>
                </a:srgbClr>
              </a:gs>
              <a:gs pos="28000">
                <a:srgbClr val="9FE2E3"/>
              </a:gs>
              <a:gs pos="88000">
                <a:srgbClr val="9FE2E3"/>
              </a:gs>
              <a:gs pos="100000">
                <a:srgbClr val="9FE2E3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5" name="editable-brand-triangle#65"/>
          <p:cNvSpPr>
            <a:spLocks noGrp="1"/>
          </p:cNvSpPr>
          <p:nvPr/>
        </p:nvSpPr>
        <p:spPr>
          <a:xfrm>
            <a:off x="36866446" y="11400819"/>
            <a:ext cx="7783341" cy="2596278"/>
          </a:xfrm>
          <a:custGeom>
            <a:avLst/>
            <a:gdLst/>
            <a:ahLst/>
            <a:cxnLst/>
            <a:rect l="0" t="0" r="0" b="0"/>
            <a:pathLst>
              <a:path w="2774386" h="925310">
                <a:moveTo>
                  <a:pt x="0" y="925310"/>
                </a:moveTo>
                <a:lnTo>
                  <a:pt x="2774386" y="16739"/>
                </a:lnTo>
                <a:lnTo>
                  <a:pt x="2693776" y="0"/>
                </a:lnTo>
                <a:lnTo>
                  <a:pt x="60290" y="862428"/>
                </a:lnTo>
                <a:close/>
              </a:path>
            </a:pathLst>
          </a:custGeom>
          <a:gradFill>
            <a:gsLst>
              <a:gs pos="0">
                <a:srgbClr val="B5DCDA">
                  <a:alpha val="4000"/>
                </a:srgbClr>
              </a:gs>
              <a:gs pos="8000">
                <a:srgbClr val="B5DCDA">
                  <a:alpha val="70000"/>
                </a:srgbClr>
              </a:gs>
              <a:gs pos="28000">
                <a:srgbClr val="B5DCDA"/>
              </a:gs>
              <a:gs pos="88000">
                <a:srgbClr val="B5DCDA"/>
              </a:gs>
              <a:gs pos="100000">
                <a:srgbClr val="B5DCDA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6" name="editable-brand-triangle#66"/>
          <p:cNvSpPr>
            <a:spLocks noGrp="1"/>
          </p:cNvSpPr>
          <p:nvPr/>
        </p:nvSpPr>
        <p:spPr>
          <a:xfrm>
            <a:off x="37016128" y="11359255"/>
            <a:ext cx="7433531" cy="2481703"/>
          </a:xfrm>
          <a:custGeom>
            <a:avLst/>
            <a:gdLst/>
            <a:ahLst/>
            <a:cxnLst/>
            <a:rect l="0" t="0" r="0" b="0"/>
            <a:pathLst>
              <a:path w="2649696" h="884476">
                <a:moveTo>
                  <a:pt x="0" y="884476"/>
                </a:moveTo>
                <a:lnTo>
                  <a:pt x="2649696" y="16739"/>
                </a:lnTo>
                <a:lnTo>
                  <a:pt x="2569086" y="0"/>
                </a:lnTo>
                <a:lnTo>
                  <a:pt x="60290" y="821594"/>
                </a:lnTo>
                <a:close/>
              </a:path>
            </a:pathLst>
          </a:custGeom>
          <a:gradFill>
            <a:gsLst>
              <a:gs pos="0">
                <a:srgbClr val="7EA2AE">
                  <a:alpha val="4000"/>
                </a:srgbClr>
              </a:gs>
              <a:gs pos="8000">
                <a:srgbClr val="7EA2AE">
                  <a:alpha val="70000"/>
                </a:srgbClr>
              </a:gs>
              <a:gs pos="28000">
                <a:srgbClr val="7EA2AE"/>
              </a:gs>
              <a:gs pos="88000">
                <a:srgbClr val="7EA2AE"/>
              </a:gs>
              <a:gs pos="100000">
                <a:srgbClr val="7EA2AE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7" name="editable-brand-triangle#67"/>
          <p:cNvSpPr>
            <a:spLocks noGrp="1"/>
          </p:cNvSpPr>
          <p:nvPr/>
        </p:nvSpPr>
        <p:spPr>
          <a:xfrm>
            <a:off x="37165809" y="11317692"/>
            <a:ext cx="7083721" cy="2367128"/>
          </a:xfrm>
          <a:custGeom>
            <a:avLst/>
            <a:gdLst/>
            <a:ahLst/>
            <a:cxnLst/>
            <a:rect l="0" t="0" r="0" b="0"/>
            <a:pathLst>
              <a:path w="2525006" h="843641">
                <a:moveTo>
                  <a:pt x="0" y="843641"/>
                </a:moveTo>
                <a:lnTo>
                  <a:pt x="2525006" y="16739"/>
                </a:lnTo>
                <a:lnTo>
                  <a:pt x="2444396" y="0"/>
                </a:lnTo>
                <a:lnTo>
                  <a:pt x="60290" y="780760"/>
                </a:lnTo>
                <a:close/>
              </a:path>
            </a:pathLst>
          </a:custGeom>
          <a:gradFill>
            <a:gsLst>
              <a:gs pos="0">
                <a:srgbClr val="476783">
                  <a:alpha val="4000"/>
                </a:srgbClr>
              </a:gs>
              <a:gs pos="8000">
                <a:srgbClr val="476783">
                  <a:alpha val="70000"/>
                </a:srgbClr>
              </a:gs>
              <a:gs pos="28000">
                <a:srgbClr val="476783"/>
              </a:gs>
              <a:gs pos="88000">
                <a:srgbClr val="476783"/>
              </a:gs>
              <a:gs pos="100000">
                <a:srgbClr val="476783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8" name="editable-brand-triangle#68"/>
          <p:cNvSpPr>
            <a:spLocks noGrp="1"/>
          </p:cNvSpPr>
          <p:nvPr/>
        </p:nvSpPr>
        <p:spPr>
          <a:xfrm>
            <a:off x="37315490" y="11276128"/>
            <a:ext cx="6733911" cy="2252554"/>
          </a:xfrm>
          <a:custGeom>
            <a:avLst/>
            <a:gdLst/>
            <a:ahLst/>
            <a:cxnLst/>
            <a:rect l="0" t="0" r="0" b="0"/>
            <a:pathLst>
              <a:path w="2400315" h="802807">
                <a:moveTo>
                  <a:pt x="0" y="802807"/>
                </a:moveTo>
                <a:lnTo>
                  <a:pt x="2400315" y="16739"/>
                </a:lnTo>
                <a:lnTo>
                  <a:pt x="2319705" y="0"/>
                </a:lnTo>
                <a:lnTo>
                  <a:pt x="60290" y="739925"/>
                </a:lnTo>
                <a:close/>
              </a:path>
            </a:pathLst>
          </a:custGeom>
          <a:gradFill>
            <a:gsLst>
              <a:gs pos="0">
                <a:srgbClr val="102D57">
                  <a:alpha val="4000"/>
                </a:srgbClr>
              </a:gs>
              <a:gs pos="8000">
                <a:srgbClr val="102D57">
                  <a:alpha val="70000"/>
                </a:srgbClr>
              </a:gs>
              <a:gs pos="28000">
                <a:srgbClr val="102D57"/>
              </a:gs>
              <a:gs pos="88000">
                <a:srgbClr val="102D57"/>
              </a:gs>
              <a:gs pos="100000">
                <a:srgbClr val="102D57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9" name="editable-brand-triangle#69"/>
          <p:cNvSpPr>
            <a:spLocks noGrp="1"/>
          </p:cNvSpPr>
          <p:nvPr/>
        </p:nvSpPr>
        <p:spPr>
          <a:xfrm>
            <a:off x="37378316" y="908673"/>
            <a:ext cx="13275341" cy="11786028"/>
          </a:xfrm>
          <a:custGeom>
            <a:avLst/>
            <a:gdLst/>
            <a:ahLst/>
            <a:cxnLst/>
            <a:rect l="0" t="0" r="0" b="0"/>
            <a:pathLst>
              <a:path w="4732020" h="4200525">
                <a:moveTo>
                  <a:pt x="4732020" y="4200525"/>
                </a:moveTo>
                <a:lnTo>
                  <a:pt x="0" y="0"/>
                </a:lnTo>
                <a:lnTo>
                  <a:pt x="21728" y="74105"/>
                </a:lnTo>
                <a:lnTo>
                  <a:pt x="4651410" y="4183786"/>
                </a:lnTo>
                <a:close/>
              </a:path>
            </a:pathLst>
          </a:custGeom>
          <a:gradFill>
            <a:gsLst>
              <a:gs pos="0">
                <a:srgbClr val="152140">
                  <a:alpha val="4000"/>
                </a:srgbClr>
              </a:gs>
              <a:gs pos="8000">
                <a:srgbClr val="152140">
                  <a:alpha val="70000"/>
                </a:srgbClr>
              </a:gs>
              <a:gs pos="28000">
                <a:srgbClr val="152140"/>
              </a:gs>
              <a:gs pos="88000">
                <a:srgbClr val="152140"/>
              </a:gs>
              <a:gs pos="100000">
                <a:srgbClr val="152140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0" name="editable-brand-triangle#70"/>
          <p:cNvSpPr>
            <a:spLocks noGrp="1"/>
          </p:cNvSpPr>
          <p:nvPr/>
        </p:nvSpPr>
        <p:spPr>
          <a:xfrm>
            <a:off x="37432260" y="1092679"/>
            <a:ext cx="13021269" cy="11560459"/>
          </a:xfrm>
          <a:custGeom>
            <a:avLst/>
            <a:gdLst/>
            <a:ahLst/>
            <a:cxnLst/>
            <a:rect l="0" t="0" r="0" b="0"/>
            <a:pathLst>
              <a:path w="4641455" h="4120132">
                <a:moveTo>
                  <a:pt x="4641455" y="4120132"/>
                </a:moveTo>
                <a:lnTo>
                  <a:pt x="0" y="0"/>
                </a:lnTo>
                <a:lnTo>
                  <a:pt x="21728" y="74105"/>
                </a:lnTo>
                <a:lnTo>
                  <a:pt x="4560845" y="4103393"/>
                </a:lnTo>
                <a:close/>
              </a:path>
            </a:pathLst>
          </a:custGeom>
          <a:gradFill>
            <a:gsLst>
              <a:gs pos="0">
                <a:srgbClr val="102D55">
                  <a:alpha val="4000"/>
                </a:srgbClr>
              </a:gs>
              <a:gs pos="8000">
                <a:srgbClr val="102D55">
                  <a:alpha val="70000"/>
                </a:srgbClr>
              </a:gs>
              <a:gs pos="28000">
                <a:srgbClr val="102D55"/>
              </a:gs>
              <a:gs pos="88000">
                <a:srgbClr val="102D55"/>
              </a:gs>
              <a:gs pos="100000">
                <a:srgbClr val="102D55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1" name="editable-brand-triangle#71"/>
          <p:cNvSpPr>
            <a:spLocks noGrp="1"/>
          </p:cNvSpPr>
          <p:nvPr/>
        </p:nvSpPr>
        <p:spPr>
          <a:xfrm>
            <a:off x="37486203" y="1276684"/>
            <a:ext cx="12767196" cy="11334890"/>
          </a:xfrm>
          <a:custGeom>
            <a:avLst/>
            <a:gdLst/>
            <a:ahLst/>
            <a:cxnLst/>
            <a:rect l="0" t="0" r="0" b="0"/>
            <a:pathLst>
              <a:path w="4550891" h="4039740">
                <a:moveTo>
                  <a:pt x="4550891" y="4039740"/>
                </a:moveTo>
                <a:lnTo>
                  <a:pt x="0" y="0"/>
                </a:lnTo>
                <a:lnTo>
                  <a:pt x="21728" y="74105"/>
                </a:lnTo>
                <a:lnTo>
                  <a:pt x="4470281" y="4023001"/>
                </a:lnTo>
                <a:close/>
              </a:path>
            </a:pathLst>
          </a:custGeom>
          <a:gradFill>
            <a:gsLst>
              <a:gs pos="0">
                <a:srgbClr val="0A3A6A">
                  <a:alpha val="4000"/>
                </a:srgbClr>
              </a:gs>
              <a:gs pos="8000">
                <a:srgbClr val="0A3A6A">
                  <a:alpha val="70000"/>
                </a:srgbClr>
              </a:gs>
              <a:gs pos="28000">
                <a:srgbClr val="0A3A6A"/>
              </a:gs>
              <a:gs pos="88000">
                <a:srgbClr val="0A3A6A"/>
              </a:gs>
              <a:gs pos="100000">
                <a:srgbClr val="0A3A6A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2" name="editable-brand-triangle#72"/>
          <p:cNvSpPr>
            <a:spLocks noGrp="1"/>
          </p:cNvSpPr>
          <p:nvPr/>
        </p:nvSpPr>
        <p:spPr>
          <a:xfrm>
            <a:off x="37540147" y="1460689"/>
            <a:ext cx="12513124" cy="11109321"/>
          </a:xfrm>
          <a:custGeom>
            <a:avLst/>
            <a:gdLst/>
            <a:ahLst/>
            <a:cxnLst/>
            <a:rect l="0" t="0" r="0" b="0"/>
            <a:pathLst>
              <a:path w="4460326" h="3959347">
                <a:moveTo>
                  <a:pt x="4460326" y="3959347"/>
                </a:moveTo>
                <a:lnTo>
                  <a:pt x="0" y="0"/>
                </a:lnTo>
                <a:lnTo>
                  <a:pt x="21728" y="74105"/>
                </a:lnTo>
                <a:lnTo>
                  <a:pt x="4379716" y="3942608"/>
                </a:lnTo>
                <a:close/>
              </a:path>
            </a:pathLst>
          </a:custGeom>
          <a:gradFill>
            <a:gsLst>
              <a:gs pos="0">
                <a:srgbClr val="05467F">
                  <a:alpha val="4000"/>
                </a:srgbClr>
              </a:gs>
              <a:gs pos="8000">
                <a:srgbClr val="05467F">
                  <a:alpha val="70000"/>
                </a:srgbClr>
              </a:gs>
              <a:gs pos="28000">
                <a:srgbClr val="05467F"/>
              </a:gs>
              <a:gs pos="88000">
                <a:srgbClr val="05467F"/>
              </a:gs>
              <a:gs pos="100000">
                <a:srgbClr val="05467F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3" name="editable-brand-triangle#73"/>
          <p:cNvSpPr>
            <a:spLocks noGrp="1"/>
          </p:cNvSpPr>
          <p:nvPr/>
        </p:nvSpPr>
        <p:spPr>
          <a:xfrm>
            <a:off x="37594090" y="1644694"/>
            <a:ext cx="12259051" cy="10883752"/>
          </a:xfrm>
          <a:custGeom>
            <a:avLst/>
            <a:gdLst/>
            <a:ahLst/>
            <a:cxnLst/>
            <a:rect l="0" t="0" r="0" b="0"/>
            <a:pathLst>
              <a:path w="4369761" h="3878955">
                <a:moveTo>
                  <a:pt x="4369761" y="3878955"/>
                </a:moveTo>
                <a:lnTo>
                  <a:pt x="0" y="0"/>
                </a:lnTo>
                <a:lnTo>
                  <a:pt x="21728" y="74105"/>
                </a:lnTo>
                <a:lnTo>
                  <a:pt x="4289151" y="3862216"/>
                </a:lnTo>
                <a:close/>
              </a:path>
            </a:pathLst>
          </a:custGeom>
          <a:gradFill>
            <a:gsLst>
              <a:gs pos="0">
                <a:srgbClr val="03629A">
                  <a:alpha val="4000"/>
                </a:srgbClr>
              </a:gs>
              <a:gs pos="8000">
                <a:srgbClr val="03629A">
                  <a:alpha val="70000"/>
                </a:srgbClr>
              </a:gs>
              <a:gs pos="28000">
                <a:srgbClr val="03629A"/>
              </a:gs>
              <a:gs pos="88000">
                <a:srgbClr val="03629A"/>
              </a:gs>
              <a:gs pos="100000">
                <a:srgbClr val="03629A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4" name="editable-brand-triangle#74"/>
          <p:cNvSpPr>
            <a:spLocks noGrp="1"/>
          </p:cNvSpPr>
          <p:nvPr/>
        </p:nvSpPr>
        <p:spPr>
          <a:xfrm>
            <a:off x="37648034" y="1828700"/>
            <a:ext cx="12004978" cy="10658183"/>
          </a:xfrm>
          <a:custGeom>
            <a:avLst/>
            <a:gdLst/>
            <a:ahLst/>
            <a:cxnLst/>
            <a:rect l="0" t="0" r="0" b="0"/>
            <a:pathLst>
              <a:path w="4279197" h="3798562">
                <a:moveTo>
                  <a:pt x="4279197" y="3798562"/>
                </a:moveTo>
                <a:lnTo>
                  <a:pt x="0" y="0"/>
                </a:lnTo>
                <a:lnTo>
                  <a:pt x="21728" y="74105"/>
                </a:lnTo>
                <a:lnTo>
                  <a:pt x="4198587" y="3781823"/>
                </a:lnTo>
                <a:close/>
              </a:path>
            </a:pathLst>
          </a:custGeom>
          <a:gradFill>
            <a:gsLst>
              <a:gs pos="0">
                <a:srgbClr val="0285B7">
                  <a:alpha val="4000"/>
                </a:srgbClr>
              </a:gs>
              <a:gs pos="8000">
                <a:srgbClr val="0285B7">
                  <a:alpha val="70000"/>
                </a:srgbClr>
              </a:gs>
              <a:gs pos="28000">
                <a:srgbClr val="0285B7"/>
              </a:gs>
              <a:gs pos="88000">
                <a:srgbClr val="0285B7"/>
              </a:gs>
              <a:gs pos="100000">
                <a:srgbClr val="0285B7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5" name="editable-brand-triangle#75"/>
          <p:cNvSpPr>
            <a:spLocks noGrp="1"/>
          </p:cNvSpPr>
          <p:nvPr/>
        </p:nvSpPr>
        <p:spPr>
          <a:xfrm>
            <a:off x="37701978" y="2012705"/>
            <a:ext cx="11750906" cy="10432614"/>
          </a:xfrm>
          <a:custGeom>
            <a:avLst/>
            <a:gdLst/>
            <a:ahLst/>
            <a:cxnLst/>
            <a:rect l="0" t="0" r="0" b="0"/>
            <a:pathLst>
              <a:path w="4188632" h="3718170">
                <a:moveTo>
                  <a:pt x="4188632" y="3718170"/>
                </a:moveTo>
                <a:lnTo>
                  <a:pt x="0" y="0"/>
                </a:lnTo>
                <a:lnTo>
                  <a:pt x="21728" y="74105"/>
                </a:lnTo>
                <a:lnTo>
                  <a:pt x="4108022" y="3701431"/>
                </a:lnTo>
                <a:close/>
              </a:path>
            </a:pathLst>
          </a:custGeom>
          <a:gradFill>
            <a:gsLst>
              <a:gs pos="0">
                <a:srgbClr val="02A8D4">
                  <a:alpha val="4000"/>
                </a:srgbClr>
              </a:gs>
              <a:gs pos="8000">
                <a:srgbClr val="02A8D4">
                  <a:alpha val="70000"/>
                </a:srgbClr>
              </a:gs>
              <a:gs pos="28000">
                <a:srgbClr val="02A8D4"/>
              </a:gs>
              <a:gs pos="88000">
                <a:srgbClr val="02A8D4"/>
              </a:gs>
              <a:gs pos="100000">
                <a:srgbClr val="02A8D4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6" name="editable-brand-triangle#76"/>
          <p:cNvSpPr>
            <a:spLocks noGrp="1"/>
          </p:cNvSpPr>
          <p:nvPr/>
        </p:nvSpPr>
        <p:spPr>
          <a:xfrm>
            <a:off x="37755921" y="2196710"/>
            <a:ext cx="11496833" cy="10207045"/>
          </a:xfrm>
          <a:custGeom>
            <a:avLst/>
            <a:gdLst/>
            <a:ahLst/>
            <a:cxnLst/>
            <a:rect l="0" t="0" r="0" b="0"/>
            <a:pathLst>
              <a:path w="4098068" h="3637777">
                <a:moveTo>
                  <a:pt x="4098068" y="3637777"/>
                </a:moveTo>
                <a:lnTo>
                  <a:pt x="0" y="0"/>
                </a:lnTo>
                <a:lnTo>
                  <a:pt x="21728" y="74105"/>
                </a:lnTo>
                <a:lnTo>
                  <a:pt x="4017457" y="3621038"/>
                </a:lnTo>
                <a:close/>
              </a:path>
            </a:pathLst>
          </a:custGeom>
          <a:gradFill>
            <a:gsLst>
              <a:gs pos="0">
                <a:srgbClr val="15C1E5">
                  <a:alpha val="4000"/>
                </a:srgbClr>
              </a:gs>
              <a:gs pos="8000">
                <a:srgbClr val="15C1E5">
                  <a:alpha val="70000"/>
                </a:srgbClr>
              </a:gs>
              <a:gs pos="28000">
                <a:srgbClr val="15C1E5"/>
              </a:gs>
              <a:gs pos="88000">
                <a:srgbClr val="15C1E5"/>
              </a:gs>
              <a:gs pos="100000">
                <a:srgbClr val="15C1E5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7" name="editable-brand-triangle#77"/>
          <p:cNvSpPr>
            <a:spLocks noGrp="1"/>
          </p:cNvSpPr>
          <p:nvPr/>
        </p:nvSpPr>
        <p:spPr>
          <a:xfrm>
            <a:off x="37809865" y="2380715"/>
            <a:ext cx="11242761" cy="9981476"/>
          </a:xfrm>
          <a:custGeom>
            <a:avLst/>
            <a:gdLst/>
            <a:ahLst/>
            <a:cxnLst/>
            <a:rect l="0" t="0" r="0" b="0"/>
            <a:pathLst>
              <a:path w="4007503" h="3557385">
                <a:moveTo>
                  <a:pt x="4007503" y="3557385"/>
                </a:moveTo>
                <a:lnTo>
                  <a:pt x="0" y="0"/>
                </a:lnTo>
                <a:lnTo>
                  <a:pt x="21728" y="74105"/>
                </a:lnTo>
                <a:lnTo>
                  <a:pt x="3926893" y="3540646"/>
                </a:lnTo>
                <a:close/>
              </a:path>
            </a:pathLst>
          </a:custGeom>
          <a:gradFill>
            <a:gsLst>
              <a:gs pos="0">
                <a:srgbClr val="44CBE4">
                  <a:alpha val="4000"/>
                </a:srgbClr>
              </a:gs>
              <a:gs pos="8000">
                <a:srgbClr val="44CBE4">
                  <a:alpha val="70000"/>
                </a:srgbClr>
              </a:gs>
              <a:gs pos="28000">
                <a:srgbClr val="44CBE4"/>
              </a:gs>
              <a:gs pos="88000">
                <a:srgbClr val="44CBE4"/>
              </a:gs>
              <a:gs pos="100000">
                <a:srgbClr val="44CBE4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8" name="editable-brand-triangle#78"/>
          <p:cNvSpPr>
            <a:spLocks noGrp="1"/>
          </p:cNvSpPr>
          <p:nvPr/>
        </p:nvSpPr>
        <p:spPr>
          <a:xfrm>
            <a:off x="37863808" y="2564721"/>
            <a:ext cx="10988688" cy="9755907"/>
          </a:xfrm>
          <a:custGeom>
            <a:avLst/>
            <a:gdLst/>
            <a:ahLst/>
            <a:cxnLst/>
            <a:rect l="0" t="0" r="0" b="0"/>
            <a:pathLst>
              <a:path w="3916938" h="3476992">
                <a:moveTo>
                  <a:pt x="3916938" y="3476992"/>
                </a:moveTo>
                <a:lnTo>
                  <a:pt x="0" y="0"/>
                </a:lnTo>
                <a:lnTo>
                  <a:pt x="21728" y="74105"/>
                </a:lnTo>
                <a:lnTo>
                  <a:pt x="3836328" y="3460253"/>
                </a:lnTo>
                <a:close/>
              </a:path>
            </a:pathLst>
          </a:custGeom>
          <a:gradFill>
            <a:gsLst>
              <a:gs pos="0">
                <a:srgbClr val="73D6E2">
                  <a:alpha val="4000"/>
                </a:srgbClr>
              </a:gs>
              <a:gs pos="8000">
                <a:srgbClr val="73D6E2">
                  <a:alpha val="70000"/>
                </a:srgbClr>
              </a:gs>
              <a:gs pos="28000">
                <a:srgbClr val="73D6E2"/>
              </a:gs>
              <a:gs pos="88000">
                <a:srgbClr val="73D6E2"/>
              </a:gs>
              <a:gs pos="100000">
                <a:srgbClr val="73D6E2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9" name="editable-brand-triangle#79"/>
          <p:cNvSpPr>
            <a:spLocks noGrp="1"/>
          </p:cNvSpPr>
          <p:nvPr/>
        </p:nvSpPr>
        <p:spPr>
          <a:xfrm>
            <a:off x="37917752" y="2748726"/>
            <a:ext cx="10734615" cy="9530338"/>
          </a:xfrm>
          <a:custGeom>
            <a:avLst/>
            <a:gdLst/>
            <a:ahLst/>
            <a:cxnLst/>
            <a:rect l="0" t="0" r="0" b="0"/>
            <a:pathLst>
              <a:path w="3826374" h="3396600">
                <a:moveTo>
                  <a:pt x="3826374" y="3396600"/>
                </a:moveTo>
                <a:lnTo>
                  <a:pt x="0" y="0"/>
                </a:lnTo>
                <a:lnTo>
                  <a:pt x="21728" y="74105"/>
                </a:lnTo>
                <a:lnTo>
                  <a:pt x="3745764" y="3379861"/>
                </a:lnTo>
                <a:close/>
              </a:path>
            </a:pathLst>
          </a:custGeom>
          <a:gradFill>
            <a:gsLst>
              <a:gs pos="0">
                <a:srgbClr val="A0E0E0">
                  <a:alpha val="4000"/>
                </a:srgbClr>
              </a:gs>
              <a:gs pos="8000">
                <a:srgbClr val="A0E0E0">
                  <a:alpha val="70000"/>
                </a:srgbClr>
              </a:gs>
              <a:gs pos="28000">
                <a:srgbClr val="A0E0E0"/>
              </a:gs>
              <a:gs pos="88000">
                <a:srgbClr val="A0E0E0"/>
              </a:gs>
              <a:gs pos="100000">
                <a:srgbClr val="A0E0E0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0" name="editable-brand-triangle#80"/>
          <p:cNvSpPr>
            <a:spLocks noGrp="1"/>
          </p:cNvSpPr>
          <p:nvPr/>
        </p:nvSpPr>
        <p:spPr>
          <a:xfrm>
            <a:off x="37971696" y="2932731"/>
            <a:ext cx="10480543" cy="9304768"/>
          </a:xfrm>
          <a:custGeom>
            <a:avLst/>
            <a:gdLst/>
            <a:ahLst/>
            <a:cxnLst/>
            <a:rect l="0" t="0" r="0" b="0"/>
            <a:pathLst>
              <a:path w="3735809" h="3316207">
                <a:moveTo>
                  <a:pt x="3735809" y="3316207"/>
                </a:moveTo>
                <a:lnTo>
                  <a:pt x="0" y="0"/>
                </a:lnTo>
                <a:lnTo>
                  <a:pt x="21728" y="74105"/>
                </a:lnTo>
                <a:lnTo>
                  <a:pt x="3655199" y="3299468"/>
                </a:lnTo>
                <a:close/>
              </a:path>
            </a:pathLst>
          </a:custGeom>
          <a:gradFill>
            <a:gsLst>
              <a:gs pos="0">
                <a:srgbClr val="BEE7D9">
                  <a:alpha val="4000"/>
                </a:srgbClr>
              </a:gs>
              <a:gs pos="8000">
                <a:srgbClr val="BEE7D9">
                  <a:alpha val="70000"/>
                </a:srgbClr>
              </a:gs>
              <a:gs pos="28000">
                <a:srgbClr val="BEE7D9"/>
              </a:gs>
              <a:gs pos="88000">
                <a:srgbClr val="BEE7D9"/>
              </a:gs>
              <a:gs pos="100000">
                <a:srgbClr val="BEE7D9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1" name="editable-brand-triangle#81"/>
          <p:cNvSpPr>
            <a:spLocks noGrp="1"/>
          </p:cNvSpPr>
          <p:nvPr/>
        </p:nvSpPr>
        <p:spPr>
          <a:xfrm>
            <a:off x="38025639" y="3116736"/>
            <a:ext cx="10226470" cy="9079199"/>
          </a:xfrm>
          <a:custGeom>
            <a:avLst/>
            <a:gdLst/>
            <a:ahLst/>
            <a:cxnLst/>
            <a:rect l="0" t="0" r="0" b="0"/>
            <a:pathLst>
              <a:path w="3645244" h="3235815">
                <a:moveTo>
                  <a:pt x="3645244" y="3235815"/>
                </a:moveTo>
                <a:lnTo>
                  <a:pt x="0" y="0"/>
                </a:lnTo>
                <a:lnTo>
                  <a:pt x="21728" y="74105"/>
                </a:lnTo>
                <a:lnTo>
                  <a:pt x="3564634" y="3219076"/>
                </a:lnTo>
                <a:close/>
              </a:path>
            </a:pathLst>
          </a:custGeom>
          <a:gradFill>
            <a:gsLst>
              <a:gs pos="0">
                <a:srgbClr val="DBEED1">
                  <a:alpha val="4000"/>
                </a:srgbClr>
              </a:gs>
              <a:gs pos="8000">
                <a:srgbClr val="DBEED1">
                  <a:alpha val="70000"/>
                </a:srgbClr>
              </a:gs>
              <a:gs pos="28000">
                <a:srgbClr val="DBEED1"/>
              </a:gs>
              <a:gs pos="88000">
                <a:srgbClr val="DBEED1"/>
              </a:gs>
              <a:gs pos="100000">
                <a:srgbClr val="DBEED1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2" name="editable-brand-triangle#82"/>
          <p:cNvSpPr>
            <a:spLocks noGrp="1"/>
          </p:cNvSpPr>
          <p:nvPr/>
        </p:nvSpPr>
        <p:spPr>
          <a:xfrm>
            <a:off x="38079583" y="3300742"/>
            <a:ext cx="9972398" cy="8853630"/>
          </a:xfrm>
          <a:custGeom>
            <a:avLst/>
            <a:gdLst/>
            <a:ahLst/>
            <a:cxnLst/>
            <a:rect l="0" t="0" r="0" b="0"/>
            <a:pathLst>
              <a:path w="3554680" h="3155422">
                <a:moveTo>
                  <a:pt x="3554680" y="3155422"/>
                </a:moveTo>
                <a:lnTo>
                  <a:pt x="0" y="0"/>
                </a:lnTo>
                <a:lnTo>
                  <a:pt x="21728" y="74105"/>
                </a:lnTo>
                <a:lnTo>
                  <a:pt x="3474070" y="3138683"/>
                </a:lnTo>
                <a:close/>
              </a:path>
            </a:pathLst>
          </a:custGeom>
          <a:gradFill>
            <a:gsLst>
              <a:gs pos="0">
                <a:srgbClr val="F9F5CA">
                  <a:alpha val="4000"/>
                </a:srgbClr>
              </a:gs>
              <a:gs pos="8000">
                <a:srgbClr val="F9F5CA">
                  <a:alpha val="70000"/>
                </a:srgbClr>
              </a:gs>
              <a:gs pos="28000">
                <a:srgbClr val="F9F5CA"/>
              </a:gs>
              <a:gs pos="88000">
                <a:srgbClr val="F9F5CA"/>
              </a:gs>
              <a:gs pos="100000">
                <a:srgbClr val="F9F5CA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3" name="editable-brand-triangle#83"/>
          <p:cNvSpPr>
            <a:spLocks noGrp="1"/>
          </p:cNvSpPr>
          <p:nvPr/>
        </p:nvSpPr>
        <p:spPr>
          <a:xfrm>
            <a:off x="38133526" y="3484747"/>
            <a:ext cx="9718325" cy="8628061"/>
          </a:xfrm>
          <a:custGeom>
            <a:avLst/>
            <a:gdLst/>
            <a:ahLst/>
            <a:cxnLst/>
            <a:rect l="0" t="0" r="0" b="0"/>
            <a:pathLst>
              <a:path w="3464115" h="3075030">
                <a:moveTo>
                  <a:pt x="3464115" y="3075030"/>
                </a:moveTo>
                <a:lnTo>
                  <a:pt x="0" y="0"/>
                </a:lnTo>
                <a:lnTo>
                  <a:pt x="21728" y="74105"/>
                </a:lnTo>
                <a:lnTo>
                  <a:pt x="3383505" y="3058291"/>
                </a:lnTo>
                <a:close/>
              </a:path>
            </a:pathLst>
          </a:custGeom>
          <a:gradFill>
            <a:gsLst>
              <a:gs pos="0">
                <a:srgbClr val="F6E0A5">
                  <a:alpha val="4000"/>
                </a:srgbClr>
              </a:gs>
              <a:gs pos="8000">
                <a:srgbClr val="F6E0A5">
                  <a:alpha val="70000"/>
                </a:srgbClr>
              </a:gs>
              <a:gs pos="28000">
                <a:srgbClr val="F6E0A5"/>
              </a:gs>
              <a:gs pos="88000">
                <a:srgbClr val="F6E0A5"/>
              </a:gs>
              <a:gs pos="100000">
                <a:srgbClr val="F6E0A5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4" name="editable-brand-triangle#84"/>
          <p:cNvSpPr>
            <a:spLocks noGrp="1"/>
          </p:cNvSpPr>
          <p:nvPr/>
        </p:nvSpPr>
        <p:spPr>
          <a:xfrm>
            <a:off x="38187470" y="3668752"/>
            <a:ext cx="9464253" cy="8402492"/>
          </a:xfrm>
          <a:custGeom>
            <a:avLst/>
            <a:gdLst/>
            <a:ahLst/>
            <a:cxnLst/>
            <a:rect l="0" t="0" r="0" b="0"/>
            <a:pathLst>
              <a:path w="3373550" h="2994637">
                <a:moveTo>
                  <a:pt x="3373550" y="2994637"/>
                </a:moveTo>
                <a:lnTo>
                  <a:pt x="0" y="0"/>
                </a:lnTo>
                <a:lnTo>
                  <a:pt x="21728" y="74105"/>
                </a:lnTo>
                <a:lnTo>
                  <a:pt x="3292940" y="2977898"/>
                </a:lnTo>
                <a:close/>
              </a:path>
            </a:pathLst>
          </a:custGeom>
          <a:gradFill>
            <a:gsLst>
              <a:gs pos="0">
                <a:srgbClr val="EAC478">
                  <a:alpha val="4000"/>
                </a:srgbClr>
              </a:gs>
              <a:gs pos="8000">
                <a:srgbClr val="EAC478">
                  <a:alpha val="70000"/>
                </a:srgbClr>
              </a:gs>
              <a:gs pos="28000">
                <a:srgbClr val="EAC478"/>
              </a:gs>
              <a:gs pos="88000">
                <a:srgbClr val="EAC478"/>
              </a:gs>
              <a:gs pos="100000">
                <a:srgbClr val="EAC478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5" name="editable-brand-triangle#85"/>
          <p:cNvSpPr>
            <a:spLocks noGrp="1"/>
          </p:cNvSpPr>
          <p:nvPr/>
        </p:nvSpPr>
        <p:spPr>
          <a:xfrm>
            <a:off x="38241414" y="3852757"/>
            <a:ext cx="9210180" cy="8176923"/>
          </a:xfrm>
          <a:custGeom>
            <a:avLst/>
            <a:gdLst/>
            <a:ahLst/>
            <a:cxnLst/>
            <a:rect l="0" t="0" r="0" b="0"/>
            <a:pathLst>
              <a:path w="3282986" h="2914245">
                <a:moveTo>
                  <a:pt x="3282986" y="2914245"/>
                </a:moveTo>
                <a:lnTo>
                  <a:pt x="0" y="0"/>
                </a:lnTo>
                <a:lnTo>
                  <a:pt x="21728" y="74105"/>
                </a:lnTo>
                <a:lnTo>
                  <a:pt x="3202376" y="2897506"/>
                </a:lnTo>
                <a:close/>
              </a:path>
            </a:pathLst>
          </a:custGeom>
          <a:gradFill>
            <a:gsLst>
              <a:gs pos="0">
                <a:srgbClr val="DEA94C">
                  <a:alpha val="4000"/>
                </a:srgbClr>
              </a:gs>
              <a:gs pos="8000">
                <a:srgbClr val="DEA94C">
                  <a:alpha val="70000"/>
                </a:srgbClr>
              </a:gs>
              <a:gs pos="28000">
                <a:srgbClr val="DEA94C"/>
              </a:gs>
              <a:gs pos="88000">
                <a:srgbClr val="DEA94C"/>
              </a:gs>
              <a:gs pos="100000">
                <a:srgbClr val="DEA94C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6" name="editable-brand-triangle#86"/>
          <p:cNvSpPr>
            <a:spLocks noGrp="1"/>
          </p:cNvSpPr>
          <p:nvPr/>
        </p:nvSpPr>
        <p:spPr>
          <a:xfrm>
            <a:off x="38295357" y="4036763"/>
            <a:ext cx="8956107" cy="7951354"/>
          </a:xfrm>
          <a:custGeom>
            <a:avLst/>
            <a:gdLst/>
            <a:ahLst/>
            <a:cxnLst/>
            <a:rect l="0" t="0" r="0" b="0"/>
            <a:pathLst>
              <a:path w="3192421" h="2833852">
                <a:moveTo>
                  <a:pt x="3192421" y="2833852"/>
                </a:moveTo>
                <a:lnTo>
                  <a:pt x="0" y="0"/>
                </a:lnTo>
                <a:lnTo>
                  <a:pt x="21728" y="74105"/>
                </a:lnTo>
                <a:lnTo>
                  <a:pt x="3111811" y="2817113"/>
                </a:lnTo>
                <a:close/>
              </a:path>
            </a:pathLst>
          </a:custGeom>
          <a:gradFill>
            <a:gsLst>
              <a:gs pos="0">
                <a:srgbClr val="BF9043">
                  <a:alpha val="4000"/>
                </a:srgbClr>
              </a:gs>
              <a:gs pos="8000">
                <a:srgbClr val="BF9043">
                  <a:alpha val="70000"/>
                </a:srgbClr>
              </a:gs>
              <a:gs pos="28000">
                <a:srgbClr val="BF9043"/>
              </a:gs>
              <a:gs pos="88000">
                <a:srgbClr val="BF9043"/>
              </a:gs>
              <a:gs pos="100000">
                <a:srgbClr val="BF9043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7" name="editable-brand-triangle#87"/>
          <p:cNvSpPr>
            <a:spLocks noGrp="1"/>
          </p:cNvSpPr>
          <p:nvPr/>
        </p:nvSpPr>
        <p:spPr>
          <a:xfrm>
            <a:off x="38349301" y="4220768"/>
            <a:ext cx="8702035" cy="7725785"/>
          </a:xfrm>
          <a:custGeom>
            <a:avLst/>
            <a:gdLst/>
            <a:ahLst/>
            <a:cxnLst/>
            <a:rect l="0" t="0" r="0" b="0"/>
            <a:pathLst>
              <a:path w="3101856" h="2753460">
                <a:moveTo>
                  <a:pt x="3101856" y="2753460"/>
                </a:moveTo>
                <a:lnTo>
                  <a:pt x="0" y="0"/>
                </a:lnTo>
                <a:lnTo>
                  <a:pt x="21728" y="74105"/>
                </a:lnTo>
                <a:lnTo>
                  <a:pt x="3021246" y="2736720"/>
                </a:lnTo>
                <a:close/>
              </a:path>
            </a:pathLst>
          </a:custGeom>
          <a:gradFill>
            <a:gsLst>
              <a:gs pos="0">
                <a:srgbClr val="8C7A5E">
                  <a:alpha val="4000"/>
                </a:srgbClr>
              </a:gs>
              <a:gs pos="8000">
                <a:srgbClr val="8C7A5E">
                  <a:alpha val="70000"/>
                </a:srgbClr>
              </a:gs>
              <a:gs pos="28000">
                <a:srgbClr val="8C7A5E"/>
              </a:gs>
              <a:gs pos="88000">
                <a:srgbClr val="8C7A5E"/>
              </a:gs>
              <a:gs pos="100000">
                <a:srgbClr val="8C7A5E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8" name="editable-brand-triangle#88"/>
          <p:cNvSpPr>
            <a:spLocks noGrp="1"/>
          </p:cNvSpPr>
          <p:nvPr/>
        </p:nvSpPr>
        <p:spPr>
          <a:xfrm>
            <a:off x="38403245" y="4404773"/>
            <a:ext cx="8447962" cy="7500216"/>
          </a:xfrm>
          <a:custGeom>
            <a:avLst/>
            <a:gdLst/>
            <a:ahLst/>
            <a:cxnLst/>
            <a:rect l="0" t="0" r="0" b="0"/>
            <a:pathLst>
              <a:path w="3011292" h="2673067">
                <a:moveTo>
                  <a:pt x="3011292" y="2673067"/>
                </a:moveTo>
                <a:lnTo>
                  <a:pt x="0" y="0"/>
                </a:lnTo>
                <a:lnTo>
                  <a:pt x="21728" y="74105"/>
                </a:lnTo>
                <a:lnTo>
                  <a:pt x="2930682" y="2656328"/>
                </a:lnTo>
                <a:close/>
              </a:path>
            </a:pathLst>
          </a:custGeom>
          <a:gradFill>
            <a:gsLst>
              <a:gs pos="0">
                <a:srgbClr val="596479">
                  <a:alpha val="4000"/>
                </a:srgbClr>
              </a:gs>
              <a:gs pos="8000">
                <a:srgbClr val="596479">
                  <a:alpha val="70000"/>
                </a:srgbClr>
              </a:gs>
              <a:gs pos="28000">
                <a:srgbClr val="596479"/>
              </a:gs>
              <a:gs pos="88000">
                <a:srgbClr val="596479"/>
              </a:gs>
              <a:gs pos="100000">
                <a:srgbClr val="596479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9" name="editable-brand-triangle#89"/>
          <p:cNvSpPr>
            <a:spLocks noGrp="1"/>
          </p:cNvSpPr>
          <p:nvPr/>
        </p:nvSpPr>
        <p:spPr>
          <a:xfrm>
            <a:off x="38457188" y="4588778"/>
            <a:ext cx="8193890" cy="7274647"/>
          </a:xfrm>
          <a:custGeom>
            <a:avLst/>
            <a:gdLst/>
            <a:ahLst/>
            <a:cxnLst/>
            <a:rect l="0" t="0" r="0" b="0"/>
            <a:pathLst>
              <a:path w="2920727" h="2592674">
                <a:moveTo>
                  <a:pt x="2920727" y="2592674"/>
                </a:moveTo>
                <a:lnTo>
                  <a:pt x="0" y="0"/>
                </a:lnTo>
                <a:lnTo>
                  <a:pt x="21728" y="74105"/>
                </a:lnTo>
                <a:lnTo>
                  <a:pt x="2840117" y="2575935"/>
                </a:lnTo>
                <a:close/>
              </a:path>
            </a:pathLst>
          </a:custGeom>
          <a:gradFill>
            <a:gsLst>
              <a:gs pos="0">
                <a:srgbClr val="2E508C">
                  <a:alpha val="4000"/>
                </a:srgbClr>
              </a:gs>
              <a:gs pos="8000">
                <a:srgbClr val="2E508C">
                  <a:alpha val="70000"/>
                </a:srgbClr>
              </a:gs>
              <a:gs pos="28000">
                <a:srgbClr val="2E508C"/>
              </a:gs>
              <a:gs pos="88000">
                <a:srgbClr val="2E508C"/>
              </a:gs>
              <a:gs pos="100000">
                <a:srgbClr val="2E508C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0" name="editable-brand-triangle#90"/>
          <p:cNvSpPr>
            <a:spLocks noGrp="1"/>
          </p:cNvSpPr>
          <p:nvPr/>
        </p:nvSpPr>
        <p:spPr>
          <a:xfrm>
            <a:off x="38511132" y="4772784"/>
            <a:ext cx="7939817" cy="7049078"/>
          </a:xfrm>
          <a:custGeom>
            <a:avLst/>
            <a:gdLst/>
            <a:ahLst/>
            <a:cxnLst/>
            <a:rect l="0" t="0" r="0" b="0"/>
            <a:pathLst>
              <a:path w="2830163" h="2512282">
                <a:moveTo>
                  <a:pt x="2830163" y="2512282"/>
                </a:moveTo>
                <a:lnTo>
                  <a:pt x="0" y="0"/>
                </a:lnTo>
                <a:lnTo>
                  <a:pt x="21728" y="74105"/>
                </a:lnTo>
                <a:lnTo>
                  <a:pt x="2749552" y="2495543"/>
                </a:lnTo>
                <a:close/>
              </a:path>
            </a:pathLst>
          </a:custGeom>
          <a:gradFill>
            <a:gsLst>
              <a:gs pos="0">
                <a:srgbClr val="25467F">
                  <a:alpha val="4000"/>
                </a:srgbClr>
              </a:gs>
              <a:gs pos="8000">
                <a:srgbClr val="25467F">
                  <a:alpha val="70000"/>
                </a:srgbClr>
              </a:gs>
              <a:gs pos="28000">
                <a:srgbClr val="25467F"/>
              </a:gs>
              <a:gs pos="88000">
                <a:srgbClr val="25467F"/>
              </a:gs>
              <a:gs pos="100000">
                <a:srgbClr val="25467F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1" name="editable-brand-triangle#91"/>
          <p:cNvSpPr>
            <a:spLocks noGrp="1"/>
          </p:cNvSpPr>
          <p:nvPr/>
        </p:nvSpPr>
        <p:spPr>
          <a:xfrm>
            <a:off x="38565075" y="4956789"/>
            <a:ext cx="7685744" cy="6823508"/>
          </a:xfrm>
          <a:custGeom>
            <a:avLst/>
            <a:gdLst/>
            <a:ahLst/>
            <a:cxnLst/>
            <a:rect l="0" t="0" r="0" b="0"/>
            <a:pathLst>
              <a:path w="2739598" h="2431889">
                <a:moveTo>
                  <a:pt x="2739598" y="2431889"/>
                </a:moveTo>
                <a:lnTo>
                  <a:pt x="0" y="0"/>
                </a:lnTo>
                <a:lnTo>
                  <a:pt x="21728" y="74105"/>
                </a:lnTo>
                <a:lnTo>
                  <a:pt x="2658988" y="2415150"/>
                </a:lnTo>
                <a:close/>
              </a:path>
            </a:pathLst>
          </a:custGeom>
          <a:gradFill>
            <a:gsLst>
              <a:gs pos="0">
                <a:srgbClr val="1C3B72">
                  <a:alpha val="4000"/>
                </a:srgbClr>
              </a:gs>
              <a:gs pos="8000">
                <a:srgbClr val="1C3B72">
                  <a:alpha val="70000"/>
                </a:srgbClr>
              </a:gs>
              <a:gs pos="28000">
                <a:srgbClr val="1C3B72"/>
              </a:gs>
              <a:gs pos="88000">
                <a:srgbClr val="1C3B72"/>
              </a:gs>
              <a:gs pos="100000">
                <a:srgbClr val="1C3B72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2" name="editable-brand-triangle#92"/>
          <p:cNvSpPr>
            <a:spLocks noGrp="1"/>
          </p:cNvSpPr>
          <p:nvPr/>
        </p:nvSpPr>
        <p:spPr>
          <a:xfrm>
            <a:off x="38619019" y="5140794"/>
            <a:ext cx="7431672" cy="6597939"/>
          </a:xfrm>
          <a:custGeom>
            <a:avLst/>
            <a:gdLst/>
            <a:ahLst/>
            <a:cxnLst/>
            <a:rect l="0" t="0" r="0" b="0"/>
            <a:pathLst>
              <a:path w="2649033" h="2351497">
                <a:moveTo>
                  <a:pt x="2649033" y="2351497"/>
                </a:moveTo>
                <a:lnTo>
                  <a:pt x="0" y="0"/>
                </a:lnTo>
                <a:lnTo>
                  <a:pt x="21728" y="74105"/>
                </a:lnTo>
                <a:lnTo>
                  <a:pt x="2568423" y="2334758"/>
                </a:lnTo>
                <a:close/>
              </a:path>
            </a:pathLst>
          </a:custGeom>
          <a:gradFill>
            <a:gsLst>
              <a:gs pos="0">
                <a:srgbClr val="133165">
                  <a:alpha val="4000"/>
                </a:srgbClr>
              </a:gs>
              <a:gs pos="8000">
                <a:srgbClr val="133165">
                  <a:alpha val="70000"/>
                </a:srgbClr>
              </a:gs>
              <a:gs pos="28000">
                <a:srgbClr val="133165"/>
              </a:gs>
              <a:gs pos="88000">
                <a:srgbClr val="133165"/>
              </a:gs>
              <a:gs pos="100000">
                <a:srgbClr val="133165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3" name="editable-brand-triangle#93"/>
          <p:cNvSpPr>
            <a:spLocks noGrp="1"/>
          </p:cNvSpPr>
          <p:nvPr/>
        </p:nvSpPr>
        <p:spPr>
          <a:xfrm>
            <a:off x="38672963" y="5324799"/>
            <a:ext cx="7177599" cy="6372370"/>
          </a:xfrm>
          <a:custGeom>
            <a:avLst/>
            <a:gdLst/>
            <a:ahLst/>
            <a:cxnLst/>
            <a:rect l="0" t="0" r="0" b="0"/>
            <a:pathLst>
              <a:path w="2558469" h="2271104">
                <a:moveTo>
                  <a:pt x="2558469" y="2271104"/>
                </a:moveTo>
                <a:lnTo>
                  <a:pt x="0" y="0"/>
                </a:lnTo>
                <a:lnTo>
                  <a:pt x="21728" y="74105"/>
                </a:lnTo>
                <a:lnTo>
                  <a:pt x="2477859" y="2254365"/>
                </a:lnTo>
                <a:close/>
              </a:path>
            </a:pathLst>
          </a:custGeom>
          <a:gradFill>
            <a:gsLst>
              <a:gs pos="0">
                <a:srgbClr val="125583">
                  <a:alpha val="4000"/>
                </a:srgbClr>
              </a:gs>
              <a:gs pos="8000">
                <a:srgbClr val="125583">
                  <a:alpha val="70000"/>
                </a:srgbClr>
              </a:gs>
              <a:gs pos="28000">
                <a:srgbClr val="125583"/>
              </a:gs>
              <a:gs pos="88000">
                <a:srgbClr val="125583"/>
              </a:gs>
              <a:gs pos="100000">
                <a:srgbClr val="125583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4" name="editable-brand-triangle#94"/>
          <p:cNvSpPr>
            <a:spLocks noGrp="1"/>
          </p:cNvSpPr>
          <p:nvPr/>
        </p:nvSpPr>
        <p:spPr>
          <a:xfrm>
            <a:off x="38726906" y="5508805"/>
            <a:ext cx="6923527" cy="6146801"/>
          </a:xfrm>
          <a:custGeom>
            <a:avLst/>
            <a:gdLst/>
            <a:ahLst/>
            <a:cxnLst/>
            <a:rect l="0" t="0" r="0" b="0"/>
            <a:pathLst>
              <a:path w="2467904" h="2190712">
                <a:moveTo>
                  <a:pt x="2467904" y="2190712"/>
                </a:moveTo>
                <a:lnTo>
                  <a:pt x="0" y="0"/>
                </a:lnTo>
                <a:lnTo>
                  <a:pt x="21728" y="74105"/>
                </a:lnTo>
                <a:lnTo>
                  <a:pt x="2387294" y="2173973"/>
                </a:lnTo>
                <a:close/>
              </a:path>
            </a:pathLst>
          </a:custGeom>
          <a:gradFill>
            <a:gsLst>
              <a:gs pos="0">
                <a:srgbClr val="127DA5">
                  <a:alpha val="4000"/>
                </a:srgbClr>
              </a:gs>
              <a:gs pos="8000">
                <a:srgbClr val="127DA5">
                  <a:alpha val="70000"/>
                </a:srgbClr>
              </a:gs>
              <a:gs pos="28000">
                <a:srgbClr val="127DA5"/>
              </a:gs>
              <a:gs pos="88000">
                <a:srgbClr val="127DA5"/>
              </a:gs>
              <a:gs pos="100000">
                <a:srgbClr val="127DA5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5" name="editable-brand-triangle#95"/>
          <p:cNvSpPr>
            <a:spLocks noGrp="1"/>
          </p:cNvSpPr>
          <p:nvPr/>
        </p:nvSpPr>
        <p:spPr>
          <a:xfrm>
            <a:off x="38780850" y="5692810"/>
            <a:ext cx="6669454" cy="5921232"/>
          </a:xfrm>
          <a:custGeom>
            <a:avLst/>
            <a:gdLst/>
            <a:ahLst/>
            <a:cxnLst/>
            <a:rect l="0" t="0" r="0" b="0"/>
            <a:pathLst>
              <a:path w="2377339" h="2110319">
                <a:moveTo>
                  <a:pt x="2377339" y="2110319"/>
                </a:moveTo>
                <a:lnTo>
                  <a:pt x="0" y="0"/>
                </a:lnTo>
                <a:lnTo>
                  <a:pt x="21728" y="74105"/>
                </a:lnTo>
                <a:lnTo>
                  <a:pt x="2296729" y="2093580"/>
                </a:lnTo>
                <a:close/>
              </a:path>
            </a:pathLst>
          </a:custGeom>
          <a:gradFill>
            <a:gsLst>
              <a:gs pos="0">
                <a:srgbClr val="12A6C7">
                  <a:alpha val="4000"/>
                </a:srgbClr>
              </a:gs>
              <a:gs pos="8000">
                <a:srgbClr val="12A6C7">
                  <a:alpha val="70000"/>
                </a:srgbClr>
              </a:gs>
              <a:gs pos="28000">
                <a:srgbClr val="12A6C7"/>
              </a:gs>
              <a:gs pos="88000">
                <a:srgbClr val="12A6C7"/>
              </a:gs>
              <a:gs pos="100000">
                <a:srgbClr val="12A6C7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6" name="editable-brand-triangle#96"/>
          <p:cNvSpPr>
            <a:spLocks noGrp="1"/>
          </p:cNvSpPr>
          <p:nvPr/>
        </p:nvSpPr>
        <p:spPr>
          <a:xfrm>
            <a:off x="38834793" y="5876815"/>
            <a:ext cx="6415382" cy="5695663"/>
          </a:xfrm>
          <a:custGeom>
            <a:avLst/>
            <a:gdLst/>
            <a:ahLst/>
            <a:cxnLst/>
            <a:rect l="0" t="0" r="0" b="0"/>
            <a:pathLst>
              <a:path w="2286775" h="2029927">
                <a:moveTo>
                  <a:pt x="2286775" y="2029927"/>
                </a:moveTo>
                <a:lnTo>
                  <a:pt x="0" y="0"/>
                </a:lnTo>
                <a:lnTo>
                  <a:pt x="21728" y="74105"/>
                </a:lnTo>
                <a:lnTo>
                  <a:pt x="2206165" y="2013188"/>
                </a:lnTo>
                <a:close/>
              </a:path>
            </a:pathLst>
          </a:custGeom>
          <a:gradFill>
            <a:gsLst>
              <a:gs pos="0">
                <a:srgbClr val="33C0D8">
                  <a:alpha val="4000"/>
                </a:srgbClr>
              </a:gs>
              <a:gs pos="8000">
                <a:srgbClr val="33C0D8">
                  <a:alpha val="70000"/>
                </a:srgbClr>
              </a:gs>
              <a:gs pos="28000">
                <a:srgbClr val="33C0D8"/>
              </a:gs>
              <a:gs pos="88000">
                <a:srgbClr val="33C0D8"/>
              </a:gs>
              <a:gs pos="100000">
                <a:srgbClr val="33C0D8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7" name="editable-brand-triangle#97"/>
          <p:cNvSpPr>
            <a:spLocks noGrp="1"/>
          </p:cNvSpPr>
          <p:nvPr/>
        </p:nvSpPr>
        <p:spPr>
          <a:xfrm>
            <a:off x="38888737" y="6060820"/>
            <a:ext cx="6161309" cy="5470094"/>
          </a:xfrm>
          <a:custGeom>
            <a:avLst/>
            <a:gdLst/>
            <a:ahLst/>
            <a:cxnLst/>
            <a:rect l="0" t="0" r="0" b="0"/>
            <a:pathLst>
              <a:path w="2196210" h="1949534">
                <a:moveTo>
                  <a:pt x="2196210" y="1949534"/>
                </a:moveTo>
                <a:lnTo>
                  <a:pt x="0" y="0"/>
                </a:lnTo>
                <a:lnTo>
                  <a:pt x="21728" y="74105"/>
                </a:lnTo>
                <a:lnTo>
                  <a:pt x="2115600" y="1932795"/>
                </a:lnTo>
                <a:close/>
              </a:path>
            </a:pathLst>
          </a:custGeom>
          <a:gradFill>
            <a:gsLst>
              <a:gs pos="0">
                <a:srgbClr val="69D1DE">
                  <a:alpha val="4000"/>
                </a:srgbClr>
              </a:gs>
              <a:gs pos="8000">
                <a:srgbClr val="69D1DE">
                  <a:alpha val="70000"/>
                </a:srgbClr>
              </a:gs>
              <a:gs pos="28000">
                <a:srgbClr val="69D1DE"/>
              </a:gs>
              <a:gs pos="88000">
                <a:srgbClr val="69D1DE"/>
              </a:gs>
              <a:gs pos="100000">
                <a:srgbClr val="69D1DE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8" name="editable-brand-triangle#98"/>
          <p:cNvSpPr>
            <a:spLocks noGrp="1"/>
          </p:cNvSpPr>
          <p:nvPr/>
        </p:nvSpPr>
        <p:spPr>
          <a:xfrm>
            <a:off x="38942681" y="6244826"/>
            <a:ext cx="5907236" cy="5244525"/>
          </a:xfrm>
          <a:custGeom>
            <a:avLst/>
            <a:gdLst/>
            <a:ahLst/>
            <a:cxnLst/>
            <a:rect l="0" t="0" r="0" b="0"/>
            <a:pathLst>
              <a:path w="2105645" h="1869142">
                <a:moveTo>
                  <a:pt x="2105645" y="1869142"/>
                </a:moveTo>
                <a:lnTo>
                  <a:pt x="0" y="0"/>
                </a:lnTo>
                <a:lnTo>
                  <a:pt x="21728" y="74105"/>
                </a:lnTo>
                <a:lnTo>
                  <a:pt x="2025035" y="1852403"/>
                </a:lnTo>
                <a:close/>
              </a:path>
            </a:pathLst>
          </a:custGeom>
          <a:gradFill>
            <a:gsLst>
              <a:gs pos="0">
                <a:srgbClr val="9FE2E3">
                  <a:alpha val="4000"/>
                </a:srgbClr>
              </a:gs>
              <a:gs pos="8000">
                <a:srgbClr val="9FE2E3">
                  <a:alpha val="70000"/>
                </a:srgbClr>
              </a:gs>
              <a:gs pos="28000">
                <a:srgbClr val="9FE2E3"/>
              </a:gs>
              <a:gs pos="88000">
                <a:srgbClr val="9FE2E3"/>
              </a:gs>
              <a:gs pos="100000">
                <a:srgbClr val="9FE2E3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9" name="editable-brand-triangle#99"/>
          <p:cNvSpPr>
            <a:spLocks noGrp="1"/>
          </p:cNvSpPr>
          <p:nvPr/>
        </p:nvSpPr>
        <p:spPr>
          <a:xfrm>
            <a:off x="38996624" y="6428831"/>
            <a:ext cx="5653164" cy="5018956"/>
          </a:xfrm>
          <a:custGeom>
            <a:avLst/>
            <a:gdLst/>
            <a:ahLst/>
            <a:cxnLst/>
            <a:rect l="0" t="0" r="0" b="0"/>
            <a:pathLst>
              <a:path w="2015081" h="1788749">
                <a:moveTo>
                  <a:pt x="2015081" y="1788749"/>
                </a:moveTo>
                <a:lnTo>
                  <a:pt x="0" y="0"/>
                </a:lnTo>
                <a:lnTo>
                  <a:pt x="21728" y="74105"/>
                </a:lnTo>
                <a:lnTo>
                  <a:pt x="1934471" y="1772010"/>
                </a:lnTo>
                <a:close/>
              </a:path>
            </a:pathLst>
          </a:custGeom>
          <a:gradFill>
            <a:gsLst>
              <a:gs pos="0">
                <a:srgbClr val="B5DCDA">
                  <a:alpha val="4000"/>
                </a:srgbClr>
              </a:gs>
              <a:gs pos="8000">
                <a:srgbClr val="B5DCDA">
                  <a:alpha val="70000"/>
                </a:srgbClr>
              </a:gs>
              <a:gs pos="28000">
                <a:srgbClr val="B5DCDA"/>
              </a:gs>
              <a:gs pos="88000">
                <a:srgbClr val="B5DCDA"/>
              </a:gs>
              <a:gs pos="100000">
                <a:srgbClr val="B5DCDA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100" name="editable-brand-triangle#100"/>
          <p:cNvSpPr>
            <a:spLocks noGrp="1"/>
          </p:cNvSpPr>
          <p:nvPr/>
        </p:nvSpPr>
        <p:spPr>
          <a:xfrm>
            <a:off x="39050568" y="6612836"/>
            <a:ext cx="5399091" cy="4793387"/>
          </a:xfrm>
          <a:custGeom>
            <a:avLst/>
            <a:gdLst/>
            <a:ahLst/>
            <a:cxnLst/>
            <a:rect l="0" t="0" r="0" b="0"/>
            <a:pathLst>
              <a:path w="1924516" h="1708357">
                <a:moveTo>
                  <a:pt x="1924516" y="1708357"/>
                </a:moveTo>
                <a:lnTo>
                  <a:pt x="0" y="0"/>
                </a:lnTo>
                <a:lnTo>
                  <a:pt x="21728" y="74105"/>
                </a:lnTo>
                <a:lnTo>
                  <a:pt x="1843906" y="1691618"/>
                </a:lnTo>
                <a:close/>
              </a:path>
            </a:pathLst>
          </a:custGeom>
          <a:gradFill>
            <a:gsLst>
              <a:gs pos="0">
                <a:srgbClr val="7EA2AE">
                  <a:alpha val="4000"/>
                </a:srgbClr>
              </a:gs>
              <a:gs pos="8000">
                <a:srgbClr val="7EA2AE">
                  <a:alpha val="70000"/>
                </a:srgbClr>
              </a:gs>
              <a:gs pos="28000">
                <a:srgbClr val="7EA2AE"/>
              </a:gs>
              <a:gs pos="88000">
                <a:srgbClr val="7EA2AE"/>
              </a:gs>
              <a:gs pos="100000">
                <a:srgbClr val="7EA2AE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101" name="editable-brand-triangle#101"/>
          <p:cNvSpPr>
            <a:spLocks noGrp="1"/>
          </p:cNvSpPr>
          <p:nvPr/>
        </p:nvSpPr>
        <p:spPr>
          <a:xfrm>
            <a:off x="39104511" y="6796841"/>
            <a:ext cx="5145019" cy="4567818"/>
          </a:xfrm>
          <a:custGeom>
            <a:avLst/>
            <a:gdLst/>
            <a:ahLst/>
            <a:cxnLst/>
            <a:rect l="0" t="0" r="0" b="0"/>
            <a:pathLst>
              <a:path w="1833951" h="1627964">
                <a:moveTo>
                  <a:pt x="1833951" y="1627964"/>
                </a:moveTo>
                <a:lnTo>
                  <a:pt x="0" y="0"/>
                </a:lnTo>
                <a:lnTo>
                  <a:pt x="21728" y="74105"/>
                </a:lnTo>
                <a:lnTo>
                  <a:pt x="1753341" y="1611225"/>
                </a:lnTo>
                <a:close/>
              </a:path>
            </a:pathLst>
          </a:custGeom>
          <a:gradFill>
            <a:gsLst>
              <a:gs pos="0">
                <a:srgbClr val="476783">
                  <a:alpha val="4000"/>
                </a:srgbClr>
              </a:gs>
              <a:gs pos="8000">
                <a:srgbClr val="476783">
                  <a:alpha val="70000"/>
                </a:srgbClr>
              </a:gs>
              <a:gs pos="28000">
                <a:srgbClr val="476783"/>
              </a:gs>
              <a:gs pos="88000">
                <a:srgbClr val="476783"/>
              </a:gs>
              <a:gs pos="100000">
                <a:srgbClr val="476783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102" name="editable-brand-triangle#102"/>
          <p:cNvSpPr>
            <a:spLocks noGrp="1"/>
          </p:cNvSpPr>
          <p:nvPr/>
        </p:nvSpPr>
        <p:spPr>
          <a:xfrm>
            <a:off x="39158455" y="6980846"/>
            <a:ext cx="4890946" cy="4342248"/>
          </a:xfrm>
          <a:custGeom>
            <a:avLst/>
            <a:gdLst/>
            <a:ahLst/>
            <a:cxnLst/>
            <a:rect l="0" t="0" r="0" b="0"/>
            <a:pathLst>
              <a:path w="1743387" h="1547572">
                <a:moveTo>
                  <a:pt x="1743387" y="1547572"/>
                </a:moveTo>
                <a:lnTo>
                  <a:pt x="0" y="0"/>
                </a:lnTo>
                <a:lnTo>
                  <a:pt x="21728" y="74105"/>
                </a:lnTo>
                <a:lnTo>
                  <a:pt x="1662777" y="1530833"/>
                </a:lnTo>
                <a:close/>
              </a:path>
            </a:pathLst>
          </a:custGeom>
          <a:gradFill>
            <a:gsLst>
              <a:gs pos="0">
                <a:srgbClr val="102D57">
                  <a:alpha val="4000"/>
                </a:srgbClr>
              </a:gs>
              <a:gs pos="8000">
                <a:srgbClr val="102D57">
                  <a:alpha val="70000"/>
                </a:srgbClr>
              </a:gs>
              <a:gs pos="28000">
                <a:srgbClr val="102D57"/>
              </a:gs>
              <a:gs pos="88000">
                <a:srgbClr val="102D57"/>
              </a:gs>
              <a:gs pos="100000">
                <a:srgbClr val="102D57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103" name="registration-track#1"/>
          <p:cNvSpPr>
            <a:spLocks noGrp="1"/>
          </p:cNvSpPr>
          <p:nvPr/>
        </p:nvSpPr>
        <p:spPr>
          <a:xfrm>
            <a:off x="2404953" y="4142482"/>
            <a:ext cx="29393872" cy="138973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75" b="0">
                <a:solidFill>
                  <a:srgbClr val="00CBE9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7575" b="0">
                <a:solidFill>
                  <a:srgbClr val="00CBE9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7575" b="0">
                <a:solidFill>
                  <a:srgbClr val="00CBE9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赛道：智能服务</a:t>
            </a:r>
            <a:endParaRPr sz="7575" b="0">
              <a:solidFill>
                <a:srgbClr val="00CBE9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104" name="project-title#104"/>
          <p:cNvSpPr>
            <a:spLocks noGrp="1"/>
          </p:cNvSpPr>
          <p:nvPr/>
        </p:nvSpPr>
        <p:spPr>
          <a:xfrm>
            <a:off x="2084293" y="5395783"/>
            <a:ext cx="28859438" cy="51369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355" b="0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defRPr>
            </a:defPPr>
          </a:lstStyle>
          <a:p>
            <a:pPr algn="l">
              <a:lnSpc>
                <a:spcPct val="113000"/>
              </a:lnSpc>
              <a:buNone/>
              <a:defRPr sz="31355" b="0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defRPr>
            </a:pPr>
            <a:r>
              <a:rPr sz="31355" b="0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OntoCare</a:t>
            </a:r>
            <a:endParaRPr sz="31355" b="0">
              <a:solidFill>
                <a:srgbClr val="FFFFFF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</p:txBody>
      </p:sp>
      <p:sp>
        <p:nvSpPr>
          <p:cNvPr id="105" name="text#105"/>
          <p:cNvSpPr>
            <a:spLocks noGrp="1"/>
          </p:cNvSpPr>
          <p:nvPr/>
        </p:nvSpPr>
        <p:spPr>
          <a:xfrm>
            <a:off x="2351510" y="9840131"/>
            <a:ext cx="30462740" cy="26891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41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1641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lang="zh-CN" altLang="en-US" sz="9500">
                <a:latin typeface="PingFang SC" panose="020B0400000000000000" charset="-122"/>
                <a:ea typeface="PingFang SC" panose="020B0400000000000000" charset="-122"/>
                <a:sym typeface="+mn-ea"/>
              </a:rPr>
              <a:t>基于</a:t>
            </a:r>
            <a:r>
              <a:rPr lang="zh-CN" altLang="en-US" sz="114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本体论</a:t>
            </a:r>
            <a:r>
              <a:rPr lang="zh-CN" altLang="en-US" sz="11400">
                <a:latin typeface="PingFang SC" panose="020B0400000000000000" charset="-122"/>
                <a:ea typeface="PingFang SC" panose="020B0400000000000000" charset="-122"/>
                <a:sym typeface="+mn-ea"/>
              </a:rPr>
              <a:t>与</a:t>
            </a:r>
            <a:r>
              <a:rPr lang="zh-CN" altLang="en-US" sz="114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自进化</a:t>
            </a:r>
            <a:r>
              <a:rPr lang="zh-CN" altLang="en-US" sz="11400" b="1">
                <a:latin typeface="PingFang SC" panose="020B0400000000000000" charset="-122"/>
                <a:ea typeface="PingFang SC" panose="020B0400000000000000" charset="-122"/>
                <a:sym typeface="+mn-ea"/>
              </a:rPr>
              <a:t>闭环</a:t>
            </a:r>
            <a:r>
              <a:rPr lang="zh-CN" altLang="en-US" sz="11400">
                <a:latin typeface="PingFang SC" panose="020B0400000000000000" charset="-122"/>
                <a:ea typeface="PingFang SC" panose="020B0400000000000000" charset="-122"/>
                <a:sym typeface="+mn-ea"/>
              </a:rPr>
              <a:t>的</a:t>
            </a:r>
            <a:r>
              <a:rPr lang="zh-CN" altLang="en-US" sz="114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经营归因</a:t>
            </a:r>
            <a:r>
              <a:rPr lang="zh-CN" altLang="en-US" sz="11400">
                <a:latin typeface="PingFang SC" panose="020B0400000000000000" charset="-122"/>
                <a:ea typeface="PingFang SC" panose="020B0400000000000000" charset="-122"/>
                <a:sym typeface="+mn-ea"/>
              </a:rPr>
              <a:t>智能客服系统</a:t>
            </a:r>
            <a:endParaRPr lang="zh-CN" altLang="en-US" sz="950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  <a:sym typeface="+mn-ea"/>
            </a:endParaRPr>
          </a:p>
        </p:txBody>
      </p:sp>
      <p:sp>
        <p:nvSpPr>
          <p:cNvPr id="106" name="text#106"/>
          <p:cNvSpPr>
            <a:spLocks noGrp="1"/>
          </p:cNvSpPr>
          <p:nvPr/>
        </p:nvSpPr>
        <p:spPr>
          <a:xfrm>
            <a:off x="2511840" y="13015410"/>
            <a:ext cx="29661089" cy="120265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945" b="0">
                <a:solidFill>
                  <a:srgbClr val="C6CB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6945" b="0">
                <a:solidFill>
                  <a:srgbClr val="C6CB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6945" b="0">
                <a:solidFill>
                  <a:srgbClr val="C6CB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连接产品、订单、工单与知识</a:t>
            </a:r>
            <a:endParaRPr sz="6945" b="0">
              <a:solidFill>
                <a:srgbClr val="C6CBD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7" name="text#107"/>
          <p:cNvSpPr>
            <a:spLocks noGrp="1"/>
          </p:cNvSpPr>
          <p:nvPr/>
        </p:nvSpPr>
        <p:spPr>
          <a:xfrm>
            <a:off x="2511840" y="14324969"/>
            <a:ext cx="30729957" cy="120265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735" b="0">
                <a:solidFill>
                  <a:srgbClr val="C6CB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6735" b="0">
                <a:solidFill>
                  <a:srgbClr val="C6CB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6735" b="0">
                <a:solidFill>
                  <a:srgbClr val="C6CB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为客户提供有依据的答复，为商家提供可追溯的核查线索</a:t>
            </a:r>
            <a:endParaRPr sz="6735" b="0">
              <a:solidFill>
                <a:srgbClr val="C6CBD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8" name="text#108"/>
          <p:cNvSpPr>
            <a:spLocks noGrp="1"/>
          </p:cNvSpPr>
          <p:nvPr/>
        </p:nvSpPr>
        <p:spPr>
          <a:xfrm>
            <a:off x="2485118" y="16569927"/>
            <a:ext cx="6680425" cy="13095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945" b="0">
                <a:solidFill>
                  <a:srgbClr val="00CBE9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6945" b="0">
                <a:solidFill>
                  <a:srgbClr val="00CBE9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6945" b="0">
                <a:solidFill>
                  <a:srgbClr val="00CBE9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 Black"/>
              </a:rPr>
              <a:t>本体关联服务</a:t>
            </a:r>
            <a:endParaRPr sz="6945" b="0">
              <a:solidFill>
                <a:srgbClr val="00CBE9"/>
              </a:solidFill>
              <a:latin typeface="PingFang SC Regular" panose="020B0400000000000000" charset="-122"/>
              <a:ea typeface="PingFang SC Regular" panose="020B0400000000000000" charset="-122"/>
              <a:cs typeface="Noto Sans SC Black"/>
            </a:endParaRPr>
          </a:p>
        </p:txBody>
      </p:sp>
      <p:sp>
        <p:nvSpPr>
          <p:cNvPr id="109" name="text#109"/>
          <p:cNvSpPr>
            <a:spLocks noGrp="1"/>
          </p:cNvSpPr>
          <p:nvPr/>
        </p:nvSpPr>
        <p:spPr>
          <a:xfrm>
            <a:off x="9806864" y="16569927"/>
            <a:ext cx="6680425" cy="13095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945" b="0">
                <a:solidFill>
                  <a:srgbClr val="70E8CA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6945" b="0">
                <a:solidFill>
                  <a:srgbClr val="70E8CA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6945" b="0">
                <a:solidFill>
                  <a:srgbClr val="70E8CA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 Black"/>
              </a:rPr>
              <a:t>证据支持归因</a:t>
            </a:r>
            <a:endParaRPr sz="6945" b="0">
              <a:solidFill>
                <a:srgbClr val="70E8CA"/>
              </a:solidFill>
              <a:latin typeface="PingFang SC Regular" panose="020B0400000000000000" charset="-122"/>
              <a:ea typeface="PingFang SC Regular" panose="020B0400000000000000" charset="-122"/>
              <a:cs typeface="Noto Sans SC Black"/>
            </a:endParaRPr>
          </a:p>
        </p:txBody>
      </p:sp>
      <p:sp>
        <p:nvSpPr>
          <p:cNvPr id="110" name="text#110"/>
          <p:cNvSpPr>
            <a:spLocks noGrp="1"/>
          </p:cNvSpPr>
          <p:nvPr/>
        </p:nvSpPr>
        <p:spPr>
          <a:xfrm>
            <a:off x="17422549" y="16569927"/>
            <a:ext cx="7482076" cy="13095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945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6945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6945" b="0">
                <a:solidFill>
                  <a:srgbClr val="94B9FF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 Black"/>
              </a:rPr>
              <a:t>评测推动改进</a:t>
            </a:r>
            <a:endParaRPr sz="6945" b="0">
              <a:solidFill>
                <a:srgbClr val="94B9FF"/>
              </a:solidFill>
              <a:latin typeface="PingFang SC Regular" panose="020B0400000000000000" charset="-122"/>
              <a:ea typeface="PingFang SC Regular" panose="020B0400000000000000" charset="-122"/>
              <a:cs typeface="Noto Sans SC Black"/>
            </a:endParaRPr>
          </a:p>
        </p:txBody>
      </p:sp>
      <p:sp>
        <p:nvSpPr>
          <p:cNvPr id="111" name="ANKER-original-editable-vector"/>
          <p:cNvSpPr>
            <a:spLocks noGrp="1"/>
          </p:cNvSpPr>
          <p:nvPr/>
        </p:nvSpPr>
        <p:spPr>
          <a:xfrm>
            <a:off x="801651" y="801771"/>
            <a:ext cx="4409081" cy="796203"/>
          </a:xfrm>
          <a:custGeom>
            <a:avLst/>
            <a:gdLst/>
            <a:ahLst/>
            <a:cxnLst/>
            <a:rect l="0" t="0" r="0" b="0"/>
            <a:pathLst>
              <a:path w="10972800" h="1981200">
                <a:moveTo>
                  <a:pt x="914400" y="0"/>
                </a:moveTo>
                <a:lnTo>
                  <a:pt x="1295400" y="0"/>
                </a:lnTo>
                <a:lnTo>
                  <a:pt x="1295400" y="9525"/>
                </a:lnTo>
                <a:lnTo>
                  <a:pt x="1304925" y="9525"/>
                </a:lnTo>
                <a:lnTo>
                  <a:pt x="1314450" y="57150"/>
                </a:lnTo>
                <a:lnTo>
                  <a:pt x="1323975" y="57150"/>
                </a:lnTo>
                <a:lnTo>
                  <a:pt x="1323975" y="76200"/>
                </a:lnTo>
                <a:lnTo>
                  <a:pt x="1333500" y="76200"/>
                </a:lnTo>
                <a:lnTo>
                  <a:pt x="1333500" y="95250"/>
                </a:lnTo>
                <a:lnTo>
                  <a:pt x="1343025" y="95250"/>
                </a:lnTo>
                <a:lnTo>
                  <a:pt x="1343025" y="114300"/>
                </a:lnTo>
                <a:lnTo>
                  <a:pt x="1352550" y="114300"/>
                </a:lnTo>
                <a:lnTo>
                  <a:pt x="1371600" y="171450"/>
                </a:lnTo>
                <a:lnTo>
                  <a:pt x="1381125" y="171450"/>
                </a:lnTo>
                <a:lnTo>
                  <a:pt x="1381125" y="200025"/>
                </a:lnTo>
                <a:lnTo>
                  <a:pt x="1390650" y="200025"/>
                </a:lnTo>
                <a:lnTo>
                  <a:pt x="1390650" y="219075"/>
                </a:lnTo>
                <a:lnTo>
                  <a:pt x="1400175" y="219075"/>
                </a:lnTo>
                <a:lnTo>
                  <a:pt x="1400175" y="238125"/>
                </a:lnTo>
                <a:lnTo>
                  <a:pt x="1409700" y="238125"/>
                </a:lnTo>
                <a:lnTo>
                  <a:pt x="1409700" y="257175"/>
                </a:lnTo>
                <a:lnTo>
                  <a:pt x="1419225" y="257175"/>
                </a:lnTo>
                <a:lnTo>
                  <a:pt x="1438275" y="314325"/>
                </a:lnTo>
                <a:lnTo>
                  <a:pt x="1447800" y="314325"/>
                </a:lnTo>
                <a:lnTo>
                  <a:pt x="1447800" y="342900"/>
                </a:lnTo>
                <a:lnTo>
                  <a:pt x="1457325" y="342900"/>
                </a:lnTo>
                <a:lnTo>
                  <a:pt x="1457325" y="361950"/>
                </a:lnTo>
                <a:lnTo>
                  <a:pt x="1466850" y="361950"/>
                </a:lnTo>
                <a:lnTo>
                  <a:pt x="1466850" y="381000"/>
                </a:lnTo>
                <a:lnTo>
                  <a:pt x="1476375" y="381000"/>
                </a:lnTo>
                <a:lnTo>
                  <a:pt x="1476375" y="400050"/>
                </a:lnTo>
                <a:lnTo>
                  <a:pt x="1485900" y="400050"/>
                </a:lnTo>
                <a:lnTo>
                  <a:pt x="1485900" y="419100"/>
                </a:lnTo>
                <a:lnTo>
                  <a:pt x="1495425" y="419100"/>
                </a:lnTo>
                <a:lnTo>
                  <a:pt x="1495425" y="438150"/>
                </a:lnTo>
                <a:lnTo>
                  <a:pt x="1504950" y="438150"/>
                </a:lnTo>
                <a:lnTo>
                  <a:pt x="1504950" y="457200"/>
                </a:lnTo>
                <a:lnTo>
                  <a:pt x="1514475" y="457200"/>
                </a:lnTo>
                <a:lnTo>
                  <a:pt x="1514475" y="485775"/>
                </a:lnTo>
                <a:lnTo>
                  <a:pt x="1524000" y="485775"/>
                </a:lnTo>
                <a:lnTo>
                  <a:pt x="1524000" y="504825"/>
                </a:lnTo>
                <a:lnTo>
                  <a:pt x="1533525" y="504825"/>
                </a:lnTo>
                <a:lnTo>
                  <a:pt x="1533525" y="523875"/>
                </a:lnTo>
                <a:lnTo>
                  <a:pt x="1543050" y="523875"/>
                </a:lnTo>
                <a:lnTo>
                  <a:pt x="1543050" y="542925"/>
                </a:lnTo>
                <a:lnTo>
                  <a:pt x="1552575" y="542925"/>
                </a:lnTo>
                <a:lnTo>
                  <a:pt x="1552575" y="561975"/>
                </a:lnTo>
                <a:lnTo>
                  <a:pt x="1562100" y="561975"/>
                </a:lnTo>
                <a:lnTo>
                  <a:pt x="1562100" y="581025"/>
                </a:lnTo>
                <a:lnTo>
                  <a:pt x="1571625" y="581025"/>
                </a:lnTo>
                <a:lnTo>
                  <a:pt x="1571625" y="609600"/>
                </a:lnTo>
                <a:lnTo>
                  <a:pt x="1581150" y="609600"/>
                </a:lnTo>
                <a:lnTo>
                  <a:pt x="1581150" y="628650"/>
                </a:lnTo>
                <a:lnTo>
                  <a:pt x="1590675" y="628650"/>
                </a:lnTo>
                <a:lnTo>
                  <a:pt x="1590675" y="647700"/>
                </a:lnTo>
                <a:lnTo>
                  <a:pt x="1600200" y="647700"/>
                </a:lnTo>
                <a:lnTo>
                  <a:pt x="1600200" y="666750"/>
                </a:lnTo>
                <a:lnTo>
                  <a:pt x="1609725" y="666750"/>
                </a:lnTo>
                <a:lnTo>
                  <a:pt x="1609725" y="685800"/>
                </a:lnTo>
                <a:lnTo>
                  <a:pt x="1619250" y="685800"/>
                </a:lnTo>
                <a:lnTo>
                  <a:pt x="1619250" y="704850"/>
                </a:lnTo>
                <a:lnTo>
                  <a:pt x="1628775" y="704850"/>
                </a:lnTo>
                <a:lnTo>
                  <a:pt x="1628775" y="723900"/>
                </a:lnTo>
                <a:lnTo>
                  <a:pt x="1638300" y="723900"/>
                </a:lnTo>
                <a:lnTo>
                  <a:pt x="1638300" y="752475"/>
                </a:lnTo>
                <a:lnTo>
                  <a:pt x="1647825" y="752475"/>
                </a:lnTo>
                <a:lnTo>
                  <a:pt x="1647825" y="771525"/>
                </a:lnTo>
                <a:lnTo>
                  <a:pt x="1657350" y="771525"/>
                </a:lnTo>
                <a:lnTo>
                  <a:pt x="1657350" y="790575"/>
                </a:lnTo>
                <a:lnTo>
                  <a:pt x="1666875" y="790575"/>
                </a:lnTo>
                <a:lnTo>
                  <a:pt x="1666875" y="809625"/>
                </a:lnTo>
                <a:lnTo>
                  <a:pt x="1676400" y="809625"/>
                </a:lnTo>
                <a:lnTo>
                  <a:pt x="1676400" y="828675"/>
                </a:lnTo>
                <a:lnTo>
                  <a:pt x="1685925" y="828675"/>
                </a:lnTo>
                <a:lnTo>
                  <a:pt x="1685925" y="847725"/>
                </a:lnTo>
                <a:lnTo>
                  <a:pt x="1695450" y="847725"/>
                </a:lnTo>
                <a:lnTo>
                  <a:pt x="1695450" y="866775"/>
                </a:lnTo>
                <a:lnTo>
                  <a:pt x="1704975" y="866775"/>
                </a:lnTo>
                <a:lnTo>
                  <a:pt x="1704975" y="895350"/>
                </a:lnTo>
                <a:lnTo>
                  <a:pt x="1714500" y="895350"/>
                </a:lnTo>
                <a:lnTo>
                  <a:pt x="1714500" y="914400"/>
                </a:lnTo>
                <a:lnTo>
                  <a:pt x="1724025" y="914400"/>
                </a:lnTo>
                <a:lnTo>
                  <a:pt x="1724025" y="933450"/>
                </a:lnTo>
                <a:lnTo>
                  <a:pt x="1733550" y="933450"/>
                </a:lnTo>
                <a:lnTo>
                  <a:pt x="1733550" y="952500"/>
                </a:lnTo>
                <a:lnTo>
                  <a:pt x="1743075" y="952500"/>
                </a:lnTo>
                <a:lnTo>
                  <a:pt x="1743075" y="971550"/>
                </a:lnTo>
                <a:lnTo>
                  <a:pt x="1752600" y="971550"/>
                </a:lnTo>
                <a:lnTo>
                  <a:pt x="1752600" y="990600"/>
                </a:lnTo>
                <a:lnTo>
                  <a:pt x="1762125" y="990600"/>
                </a:lnTo>
                <a:lnTo>
                  <a:pt x="1762125" y="1019175"/>
                </a:lnTo>
                <a:lnTo>
                  <a:pt x="1771650" y="1019175"/>
                </a:lnTo>
                <a:lnTo>
                  <a:pt x="1771650" y="1038225"/>
                </a:lnTo>
                <a:lnTo>
                  <a:pt x="1781175" y="1038225"/>
                </a:lnTo>
                <a:lnTo>
                  <a:pt x="1781175" y="1057275"/>
                </a:lnTo>
                <a:lnTo>
                  <a:pt x="1790700" y="1057275"/>
                </a:lnTo>
                <a:lnTo>
                  <a:pt x="1790700" y="1076325"/>
                </a:lnTo>
                <a:lnTo>
                  <a:pt x="1800225" y="1076325"/>
                </a:lnTo>
                <a:lnTo>
                  <a:pt x="1800225" y="1095375"/>
                </a:lnTo>
                <a:lnTo>
                  <a:pt x="1809750" y="1095375"/>
                </a:lnTo>
                <a:lnTo>
                  <a:pt x="1809750" y="1114425"/>
                </a:lnTo>
                <a:lnTo>
                  <a:pt x="1819275" y="1114425"/>
                </a:lnTo>
                <a:lnTo>
                  <a:pt x="1819275" y="1133475"/>
                </a:lnTo>
                <a:lnTo>
                  <a:pt x="1828800" y="1133475"/>
                </a:lnTo>
                <a:lnTo>
                  <a:pt x="1828800" y="1162050"/>
                </a:lnTo>
                <a:lnTo>
                  <a:pt x="1838325" y="1162050"/>
                </a:lnTo>
                <a:lnTo>
                  <a:pt x="1838325" y="1181100"/>
                </a:lnTo>
                <a:lnTo>
                  <a:pt x="1847850" y="1181100"/>
                </a:lnTo>
                <a:lnTo>
                  <a:pt x="1847850" y="1200150"/>
                </a:lnTo>
                <a:lnTo>
                  <a:pt x="1857375" y="1200150"/>
                </a:lnTo>
                <a:lnTo>
                  <a:pt x="1857375" y="1219200"/>
                </a:lnTo>
                <a:lnTo>
                  <a:pt x="1866900" y="1219200"/>
                </a:lnTo>
                <a:lnTo>
                  <a:pt x="1866900" y="1238250"/>
                </a:lnTo>
                <a:lnTo>
                  <a:pt x="1876425" y="1238250"/>
                </a:lnTo>
                <a:lnTo>
                  <a:pt x="1876425" y="1257300"/>
                </a:lnTo>
                <a:lnTo>
                  <a:pt x="1885950" y="1257300"/>
                </a:lnTo>
                <a:lnTo>
                  <a:pt x="1885950" y="1276350"/>
                </a:lnTo>
                <a:lnTo>
                  <a:pt x="1895475" y="1276350"/>
                </a:lnTo>
                <a:lnTo>
                  <a:pt x="1895475" y="1304925"/>
                </a:lnTo>
                <a:lnTo>
                  <a:pt x="1905000" y="1304925"/>
                </a:lnTo>
                <a:lnTo>
                  <a:pt x="1905000" y="1323975"/>
                </a:lnTo>
                <a:lnTo>
                  <a:pt x="1914525" y="1323975"/>
                </a:lnTo>
                <a:lnTo>
                  <a:pt x="1914525" y="1343025"/>
                </a:lnTo>
                <a:lnTo>
                  <a:pt x="1924050" y="1343025"/>
                </a:lnTo>
                <a:lnTo>
                  <a:pt x="1924050" y="1362075"/>
                </a:lnTo>
                <a:lnTo>
                  <a:pt x="1933575" y="1362075"/>
                </a:lnTo>
                <a:lnTo>
                  <a:pt x="1933575" y="1381125"/>
                </a:lnTo>
                <a:lnTo>
                  <a:pt x="1943100" y="1381125"/>
                </a:lnTo>
                <a:lnTo>
                  <a:pt x="1943100" y="1400175"/>
                </a:lnTo>
                <a:lnTo>
                  <a:pt x="1952625" y="1400175"/>
                </a:lnTo>
                <a:lnTo>
                  <a:pt x="1952625" y="1419225"/>
                </a:lnTo>
                <a:lnTo>
                  <a:pt x="1962150" y="1419225"/>
                </a:lnTo>
                <a:lnTo>
                  <a:pt x="1962150" y="1447800"/>
                </a:lnTo>
                <a:lnTo>
                  <a:pt x="1971675" y="1447800"/>
                </a:lnTo>
                <a:lnTo>
                  <a:pt x="1971675" y="1466850"/>
                </a:lnTo>
                <a:lnTo>
                  <a:pt x="1981200" y="1466850"/>
                </a:lnTo>
                <a:lnTo>
                  <a:pt x="1981200" y="1485900"/>
                </a:lnTo>
                <a:lnTo>
                  <a:pt x="1990725" y="1485900"/>
                </a:lnTo>
                <a:lnTo>
                  <a:pt x="1990725" y="1504950"/>
                </a:lnTo>
                <a:lnTo>
                  <a:pt x="2000250" y="1504950"/>
                </a:lnTo>
                <a:lnTo>
                  <a:pt x="2000250" y="1524000"/>
                </a:lnTo>
                <a:lnTo>
                  <a:pt x="2009775" y="1524000"/>
                </a:lnTo>
                <a:lnTo>
                  <a:pt x="2009775" y="1543050"/>
                </a:lnTo>
                <a:lnTo>
                  <a:pt x="2019300" y="1543050"/>
                </a:lnTo>
                <a:lnTo>
                  <a:pt x="2019300" y="1562100"/>
                </a:lnTo>
                <a:lnTo>
                  <a:pt x="2028825" y="1562100"/>
                </a:lnTo>
                <a:lnTo>
                  <a:pt x="2028825" y="1590675"/>
                </a:lnTo>
                <a:lnTo>
                  <a:pt x="2038350" y="1590675"/>
                </a:lnTo>
                <a:lnTo>
                  <a:pt x="2038350" y="1609725"/>
                </a:lnTo>
                <a:lnTo>
                  <a:pt x="2047875" y="1609725"/>
                </a:lnTo>
                <a:lnTo>
                  <a:pt x="2047875" y="1628775"/>
                </a:lnTo>
                <a:lnTo>
                  <a:pt x="2057400" y="1628775"/>
                </a:lnTo>
                <a:lnTo>
                  <a:pt x="2057400" y="1647825"/>
                </a:lnTo>
                <a:lnTo>
                  <a:pt x="2066925" y="1647825"/>
                </a:lnTo>
                <a:lnTo>
                  <a:pt x="2066925" y="1666875"/>
                </a:lnTo>
                <a:lnTo>
                  <a:pt x="2076450" y="1666875"/>
                </a:lnTo>
                <a:lnTo>
                  <a:pt x="2076450" y="1685925"/>
                </a:lnTo>
                <a:lnTo>
                  <a:pt x="2085975" y="1685925"/>
                </a:lnTo>
                <a:lnTo>
                  <a:pt x="2085975" y="1714500"/>
                </a:lnTo>
                <a:lnTo>
                  <a:pt x="2095500" y="1714500"/>
                </a:lnTo>
                <a:lnTo>
                  <a:pt x="2095500" y="1733550"/>
                </a:lnTo>
                <a:lnTo>
                  <a:pt x="2105025" y="1733550"/>
                </a:lnTo>
                <a:lnTo>
                  <a:pt x="2105025" y="1752600"/>
                </a:lnTo>
                <a:lnTo>
                  <a:pt x="2114550" y="1752600"/>
                </a:lnTo>
                <a:lnTo>
                  <a:pt x="2114550" y="1771650"/>
                </a:lnTo>
                <a:lnTo>
                  <a:pt x="2124075" y="1771650"/>
                </a:lnTo>
                <a:lnTo>
                  <a:pt x="2124075" y="1790700"/>
                </a:lnTo>
                <a:lnTo>
                  <a:pt x="2133600" y="1790700"/>
                </a:lnTo>
                <a:lnTo>
                  <a:pt x="2133600" y="1809750"/>
                </a:lnTo>
                <a:lnTo>
                  <a:pt x="2143125" y="1809750"/>
                </a:lnTo>
                <a:lnTo>
                  <a:pt x="2143125" y="1828800"/>
                </a:lnTo>
                <a:lnTo>
                  <a:pt x="2152650" y="1828800"/>
                </a:lnTo>
                <a:lnTo>
                  <a:pt x="2152650" y="1847850"/>
                </a:lnTo>
                <a:lnTo>
                  <a:pt x="2162175" y="1847850"/>
                </a:lnTo>
                <a:lnTo>
                  <a:pt x="2162175" y="1876425"/>
                </a:lnTo>
                <a:lnTo>
                  <a:pt x="2171700" y="1876425"/>
                </a:lnTo>
                <a:lnTo>
                  <a:pt x="2171700" y="1895475"/>
                </a:lnTo>
                <a:lnTo>
                  <a:pt x="2181225" y="1895475"/>
                </a:lnTo>
                <a:lnTo>
                  <a:pt x="2181225" y="1914525"/>
                </a:lnTo>
                <a:lnTo>
                  <a:pt x="2190750" y="1914525"/>
                </a:lnTo>
                <a:lnTo>
                  <a:pt x="2190750" y="1933575"/>
                </a:lnTo>
                <a:lnTo>
                  <a:pt x="2200275" y="1933575"/>
                </a:lnTo>
                <a:lnTo>
                  <a:pt x="2200275" y="1952625"/>
                </a:lnTo>
                <a:lnTo>
                  <a:pt x="2209800" y="1952625"/>
                </a:lnTo>
                <a:lnTo>
                  <a:pt x="2219325" y="1981200"/>
                </a:lnTo>
                <a:lnTo>
                  <a:pt x="1733550" y="1981200"/>
                </a:lnTo>
                <a:lnTo>
                  <a:pt x="1733550" y="1962150"/>
                </a:lnTo>
                <a:lnTo>
                  <a:pt x="1724025" y="1962150"/>
                </a:lnTo>
                <a:lnTo>
                  <a:pt x="1724025" y="1943100"/>
                </a:lnTo>
                <a:lnTo>
                  <a:pt x="1714500" y="1943100"/>
                </a:lnTo>
                <a:lnTo>
                  <a:pt x="1714500" y="1914525"/>
                </a:lnTo>
                <a:lnTo>
                  <a:pt x="1704975" y="1914525"/>
                </a:lnTo>
                <a:lnTo>
                  <a:pt x="1704975" y="1895475"/>
                </a:lnTo>
                <a:lnTo>
                  <a:pt x="1695450" y="1895475"/>
                </a:lnTo>
                <a:lnTo>
                  <a:pt x="1695450" y="1876425"/>
                </a:lnTo>
                <a:lnTo>
                  <a:pt x="1685925" y="1876425"/>
                </a:lnTo>
                <a:lnTo>
                  <a:pt x="1685925" y="1857375"/>
                </a:lnTo>
                <a:lnTo>
                  <a:pt x="1676400" y="1857375"/>
                </a:lnTo>
                <a:lnTo>
                  <a:pt x="1676400" y="1838325"/>
                </a:lnTo>
                <a:lnTo>
                  <a:pt x="1666875" y="1838325"/>
                </a:lnTo>
                <a:lnTo>
                  <a:pt x="1666875" y="1819275"/>
                </a:lnTo>
                <a:lnTo>
                  <a:pt x="1657350" y="1819275"/>
                </a:lnTo>
                <a:lnTo>
                  <a:pt x="1657350" y="1800225"/>
                </a:lnTo>
                <a:lnTo>
                  <a:pt x="1647825" y="1800225"/>
                </a:lnTo>
                <a:lnTo>
                  <a:pt x="1647825" y="1771650"/>
                </a:lnTo>
                <a:lnTo>
                  <a:pt x="1638300" y="1771650"/>
                </a:lnTo>
                <a:lnTo>
                  <a:pt x="1638300" y="1752600"/>
                </a:lnTo>
                <a:lnTo>
                  <a:pt x="1628775" y="1752600"/>
                </a:lnTo>
                <a:lnTo>
                  <a:pt x="1628775" y="1733550"/>
                </a:lnTo>
                <a:lnTo>
                  <a:pt x="1619250" y="1733550"/>
                </a:lnTo>
                <a:lnTo>
                  <a:pt x="1619250" y="1714500"/>
                </a:lnTo>
                <a:lnTo>
                  <a:pt x="1609725" y="1714500"/>
                </a:lnTo>
                <a:lnTo>
                  <a:pt x="1609725" y="1695450"/>
                </a:lnTo>
                <a:lnTo>
                  <a:pt x="1600200" y="1695450"/>
                </a:lnTo>
                <a:lnTo>
                  <a:pt x="1600200" y="1676400"/>
                </a:lnTo>
                <a:lnTo>
                  <a:pt x="1590675" y="1676400"/>
                </a:lnTo>
                <a:lnTo>
                  <a:pt x="1590675" y="1647825"/>
                </a:lnTo>
                <a:lnTo>
                  <a:pt x="1581150" y="1647825"/>
                </a:lnTo>
                <a:lnTo>
                  <a:pt x="1581150" y="1628775"/>
                </a:lnTo>
                <a:lnTo>
                  <a:pt x="1571625" y="1628775"/>
                </a:lnTo>
                <a:lnTo>
                  <a:pt x="1571625" y="1609725"/>
                </a:lnTo>
                <a:lnTo>
                  <a:pt x="1562100" y="1609725"/>
                </a:lnTo>
                <a:lnTo>
                  <a:pt x="1562100" y="1590675"/>
                </a:lnTo>
                <a:lnTo>
                  <a:pt x="1552575" y="1590675"/>
                </a:lnTo>
                <a:lnTo>
                  <a:pt x="1552575" y="1571625"/>
                </a:lnTo>
                <a:lnTo>
                  <a:pt x="1543050" y="1571625"/>
                </a:lnTo>
                <a:lnTo>
                  <a:pt x="1543050" y="1552575"/>
                </a:lnTo>
                <a:lnTo>
                  <a:pt x="1533525" y="1552575"/>
                </a:lnTo>
                <a:lnTo>
                  <a:pt x="1533525" y="1533525"/>
                </a:lnTo>
                <a:lnTo>
                  <a:pt x="1524000" y="1533525"/>
                </a:lnTo>
                <a:lnTo>
                  <a:pt x="1524000" y="1504950"/>
                </a:lnTo>
                <a:lnTo>
                  <a:pt x="1514475" y="1504950"/>
                </a:lnTo>
                <a:lnTo>
                  <a:pt x="1514475" y="1485900"/>
                </a:lnTo>
                <a:lnTo>
                  <a:pt x="1504950" y="1485900"/>
                </a:lnTo>
                <a:lnTo>
                  <a:pt x="1504950" y="1466850"/>
                </a:lnTo>
                <a:lnTo>
                  <a:pt x="1495425" y="1466850"/>
                </a:lnTo>
                <a:lnTo>
                  <a:pt x="1495425" y="1447800"/>
                </a:lnTo>
                <a:lnTo>
                  <a:pt x="1485900" y="1447800"/>
                </a:lnTo>
                <a:lnTo>
                  <a:pt x="1485900" y="1428750"/>
                </a:lnTo>
                <a:lnTo>
                  <a:pt x="1476375" y="1428750"/>
                </a:lnTo>
                <a:lnTo>
                  <a:pt x="1476375" y="1409700"/>
                </a:lnTo>
                <a:lnTo>
                  <a:pt x="1466850" y="1409700"/>
                </a:lnTo>
                <a:lnTo>
                  <a:pt x="1466850" y="1390650"/>
                </a:lnTo>
                <a:lnTo>
                  <a:pt x="1457325" y="1390650"/>
                </a:lnTo>
                <a:lnTo>
                  <a:pt x="1457325" y="1362075"/>
                </a:lnTo>
                <a:lnTo>
                  <a:pt x="1447800" y="1362075"/>
                </a:lnTo>
                <a:lnTo>
                  <a:pt x="1447800" y="1343025"/>
                </a:lnTo>
                <a:lnTo>
                  <a:pt x="1438275" y="1343025"/>
                </a:lnTo>
                <a:lnTo>
                  <a:pt x="1438275" y="1323975"/>
                </a:lnTo>
                <a:lnTo>
                  <a:pt x="1428750" y="1323975"/>
                </a:lnTo>
                <a:lnTo>
                  <a:pt x="1428750" y="1304925"/>
                </a:lnTo>
                <a:lnTo>
                  <a:pt x="1419225" y="1304925"/>
                </a:lnTo>
                <a:lnTo>
                  <a:pt x="1419225" y="1285875"/>
                </a:lnTo>
                <a:lnTo>
                  <a:pt x="1409700" y="1285875"/>
                </a:lnTo>
                <a:lnTo>
                  <a:pt x="1409700" y="1266825"/>
                </a:lnTo>
                <a:lnTo>
                  <a:pt x="1400175" y="1266825"/>
                </a:lnTo>
                <a:lnTo>
                  <a:pt x="1400175" y="1247775"/>
                </a:lnTo>
                <a:lnTo>
                  <a:pt x="1390650" y="1247775"/>
                </a:lnTo>
                <a:lnTo>
                  <a:pt x="1390650" y="1219200"/>
                </a:lnTo>
                <a:lnTo>
                  <a:pt x="1381125" y="1219200"/>
                </a:lnTo>
                <a:lnTo>
                  <a:pt x="1381125" y="1200150"/>
                </a:lnTo>
                <a:lnTo>
                  <a:pt x="1371600" y="1200150"/>
                </a:lnTo>
                <a:lnTo>
                  <a:pt x="1371600" y="1181100"/>
                </a:lnTo>
                <a:lnTo>
                  <a:pt x="1362075" y="1181100"/>
                </a:lnTo>
                <a:lnTo>
                  <a:pt x="1362075" y="1162050"/>
                </a:lnTo>
                <a:lnTo>
                  <a:pt x="1352550" y="1162050"/>
                </a:lnTo>
                <a:lnTo>
                  <a:pt x="1352550" y="1143000"/>
                </a:lnTo>
                <a:lnTo>
                  <a:pt x="1343025" y="1143000"/>
                </a:lnTo>
                <a:lnTo>
                  <a:pt x="1343025" y="1123950"/>
                </a:lnTo>
                <a:lnTo>
                  <a:pt x="1333500" y="1123950"/>
                </a:lnTo>
                <a:lnTo>
                  <a:pt x="1333500" y="1104900"/>
                </a:lnTo>
                <a:lnTo>
                  <a:pt x="1323975" y="1104900"/>
                </a:lnTo>
                <a:lnTo>
                  <a:pt x="1323975" y="1076325"/>
                </a:lnTo>
                <a:lnTo>
                  <a:pt x="1314450" y="1076325"/>
                </a:lnTo>
                <a:lnTo>
                  <a:pt x="1314450" y="1057275"/>
                </a:lnTo>
                <a:lnTo>
                  <a:pt x="1304925" y="1057275"/>
                </a:lnTo>
                <a:lnTo>
                  <a:pt x="1304925" y="1038225"/>
                </a:lnTo>
                <a:lnTo>
                  <a:pt x="1295400" y="1038225"/>
                </a:lnTo>
                <a:lnTo>
                  <a:pt x="1295400" y="1019175"/>
                </a:lnTo>
                <a:lnTo>
                  <a:pt x="1285875" y="1019175"/>
                </a:lnTo>
                <a:lnTo>
                  <a:pt x="1285875" y="1000125"/>
                </a:lnTo>
                <a:lnTo>
                  <a:pt x="1276350" y="1000125"/>
                </a:lnTo>
                <a:lnTo>
                  <a:pt x="1276350" y="981075"/>
                </a:lnTo>
                <a:lnTo>
                  <a:pt x="1266825" y="981075"/>
                </a:lnTo>
                <a:lnTo>
                  <a:pt x="1266825" y="952500"/>
                </a:lnTo>
                <a:lnTo>
                  <a:pt x="1257300" y="952500"/>
                </a:lnTo>
                <a:lnTo>
                  <a:pt x="1257300" y="933450"/>
                </a:lnTo>
                <a:lnTo>
                  <a:pt x="1247775" y="933450"/>
                </a:lnTo>
                <a:lnTo>
                  <a:pt x="1247775" y="914400"/>
                </a:lnTo>
                <a:lnTo>
                  <a:pt x="1238250" y="914400"/>
                </a:lnTo>
                <a:lnTo>
                  <a:pt x="1238250" y="895350"/>
                </a:lnTo>
                <a:lnTo>
                  <a:pt x="1228725" y="895350"/>
                </a:lnTo>
                <a:lnTo>
                  <a:pt x="1228725" y="876300"/>
                </a:lnTo>
                <a:lnTo>
                  <a:pt x="1219200" y="876300"/>
                </a:lnTo>
                <a:lnTo>
                  <a:pt x="1219200" y="857250"/>
                </a:lnTo>
                <a:lnTo>
                  <a:pt x="1209675" y="857250"/>
                </a:lnTo>
                <a:lnTo>
                  <a:pt x="1209675" y="838200"/>
                </a:lnTo>
                <a:lnTo>
                  <a:pt x="1200150" y="838200"/>
                </a:lnTo>
                <a:lnTo>
                  <a:pt x="1200150" y="809625"/>
                </a:lnTo>
                <a:lnTo>
                  <a:pt x="1190625" y="809625"/>
                </a:lnTo>
                <a:lnTo>
                  <a:pt x="1190625" y="790575"/>
                </a:lnTo>
                <a:lnTo>
                  <a:pt x="1181100" y="790575"/>
                </a:lnTo>
                <a:lnTo>
                  <a:pt x="1171575" y="762000"/>
                </a:lnTo>
                <a:lnTo>
                  <a:pt x="1162050" y="733425"/>
                </a:lnTo>
                <a:lnTo>
                  <a:pt x="1152525" y="733425"/>
                </a:lnTo>
                <a:lnTo>
                  <a:pt x="1152525" y="714375"/>
                </a:lnTo>
                <a:lnTo>
                  <a:pt x="1143000" y="714375"/>
                </a:lnTo>
                <a:lnTo>
                  <a:pt x="1143000" y="695325"/>
                </a:lnTo>
                <a:lnTo>
                  <a:pt x="1133475" y="695325"/>
                </a:lnTo>
                <a:lnTo>
                  <a:pt x="1133475" y="666750"/>
                </a:lnTo>
                <a:lnTo>
                  <a:pt x="1123950" y="666750"/>
                </a:lnTo>
                <a:lnTo>
                  <a:pt x="1123950" y="647700"/>
                </a:lnTo>
                <a:lnTo>
                  <a:pt x="1114425" y="647700"/>
                </a:lnTo>
                <a:lnTo>
                  <a:pt x="1114425" y="628650"/>
                </a:lnTo>
                <a:lnTo>
                  <a:pt x="1104900" y="628650"/>
                </a:lnTo>
                <a:lnTo>
                  <a:pt x="1095375" y="657225"/>
                </a:lnTo>
                <a:lnTo>
                  <a:pt x="1085850" y="657225"/>
                </a:lnTo>
                <a:lnTo>
                  <a:pt x="1085850" y="676275"/>
                </a:lnTo>
                <a:lnTo>
                  <a:pt x="1076325" y="676275"/>
                </a:lnTo>
                <a:lnTo>
                  <a:pt x="1076325" y="695325"/>
                </a:lnTo>
                <a:lnTo>
                  <a:pt x="1066800" y="695325"/>
                </a:lnTo>
                <a:lnTo>
                  <a:pt x="1066800" y="723900"/>
                </a:lnTo>
                <a:lnTo>
                  <a:pt x="1057275" y="723900"/>
                </a:lnTo>
                <a:lnTo>
                  <a:pt x="1057275" y="742950"/>
                </a:lnTo>
                <a:lnTo>
                  <a:pt x="1047750" y="742950"/>
                </a:lnTo>
                <a:lnTo>
                  <a:pt x="1047750" y="762000"/>
                </a:lnTo>
                <a:lnTo>
                  <a:pt x="1038225" y="762000"/>
                </a:lnTo>
                <a:lnTo>
                  <a:pt x="1038225" y="781050"/>
                </a:lnTo>
                <a:lnTo>
                  <a:pt x="1028700" y="781050"/>
                </a:lnTo>
                <a:lnTo>
                  <a:pt x="1028700" y="800100"/>
                </a:lnTo>
                <a:lnTo>
                  <a:pt x="1019175" y="800100"/>
                </a:lnTo>
                <a:lnTo>
                  <a:pt x="1019175" y="819150"/>
                </a:lnTo>
                <a:lnTo>
                  <a:pt x="1009650" y="819150"/>
                </a:lnTo>
                <a:lnTo>
                  <a:pt x="1009650" y="838200"/>
                </a:lnTo>
                <a:lnTo>
                  <a:pt x="1000125" y="838200"/>
                </a:lnTo>
                <a:lnTo>
                  <a:pt x="1000125" y="866775"/>
                </a:lnTo>
                <a:lnTo>
                  <a:pt x="990600" y="866775"/>
                </a:lnTo>
                <a:lnTo>
                  <a:pt x="990600" y="885825"/>
                </a:lnTo>
                <a:lnTo>
                  <a:pt x="981075" y="885825"/>
                </a:lnTo>
                <a:lnTo>
                  <a:pt x="981075" y="904875"/>
                </a:lnTo>
                <a:lnTo>
                  <a:pt x="971550" y="904875"/>
                </a:lnTo>
                <a:lnTo>
                  <a:pt x="971550" y="923925"/>
                </a:lnTo>
                <a:lnTo>
                  <a:pt x="962025" y="923925"/>
                </a:lnTo>
                <a:lnTo>
                  <a:pt x="962025" y="942975"/>
                </a:lnTo>
                <a:lnTo>
                  <a:pt x="952500" y="942975"/>
                </a:lnTo>
                <a:lnTo>
                  <a:pt x="952500" y="962025"/>
                </a:lnTo>
                <a:lnTo>
                  <a:pt x="942975" y="962025"/>
                </a:lnTo>
                <a:lnTo>
                  <a:pt x="942975" y="981075"/>
                </a:lnTo>
                <a:lnTo>
                  <a:pt x="933450" y="981075"/>
                </a:lnTo>
                <a:lnTo>
                  <a:pt x="933450" y="1009650"/>
                </a:lnTo>
                <a:lnTo>
                  <a:pt x="923925" y="1009650"/>
                </a:lnTo>
                <a:lnTo>
                  <a:pt x="923925" y="1028700"/>
                </a:lnTo>
                <a:lnTo>
                  <a:pt x="914400" y="1028700"/>
                </a:lnTo>
                <a:lnTo>
                  <a:pt x="914400" y="1047750"/>
                </a:lnTo>
                <a:lnTo>
                  <a:pt x="904875" y="1047750"/>
                </a:lnTo>
                <a:lnTo>
                  <a:pt x="904875" y="1066800"/>
                </a:lnTo>
                <a:lnTo>
                  <a:pt x="895350" y="1066800"/>
                </a:lnTo>
                <a:lnTo>
                  <a:pt x="895350" y="1085850"/>
                </a:lnTo>
                <a:lnTo>
                  <a:pt x="885825" y="1085850"/>
                </a:lnTo>
                <a:lnTo>
                  <a:pt x="885825" y="1104900"/>
                </a:lnTo>
                <a:lnTo>
                  <a:pt x="876300" y="1104900"/>
                </a:lnTo>
                <a:lnTo>
                  <a:pt x="876300" y="1123950"/>
                </a:lnTo>
                <a:lnTo>
                  <a:pt x="866775" y="1123950"/>
                </a:lnTo>
                <a:lnTo>
                  <a:pt x="866775" y="1152525"/>
                </a:lnTo>
                <a:lnTo>
                  <a:pt x="857250" y="1152525"/>
                </a:lnTo>
                <a:lnTo>
                  <a:pt x="857250" y="1171575"/>
                </a:lnTo>
                <a:lnTo>
                  <a:pt x="847725" y="1171575"/>
                </a:lnTo>
                <a:lnTo>
                  <a:pt x="847725" y="1190625"/>
                </a:lnTo>
                <a:lnTo>
                  <a:pt x="838200" y="1190625"/>
                </a:lnTo>
                <a:lnTo>
                  <a:pt x="838200" y="1209675"/>
                </a:lnTo>
                <a:lnTo>
                  <a:pt x="828675" y="1209675"/>
                </a:lnTo>
                <a:lnTo>
                  <a:pt x="828675" y="1228725"/>
                </a:lnTo>
                <a:lnTo>
                  <a:pt x="819150" y="1228725"/>
                </a:lnTo>
                <a:lnTo>
                  <a:pt x="819150" y="1247775"/>
                </a:lnTo>
                <a:lnTo>
                  <a:pt x="809625" y="1247775"/>
                </a:lnTo>
                <a:lnTo>
                  <a:pt x="809625" y="1276350"/>
                </a:lnTo>
                <a:lnTo>
                  <a:pt x="800100" y="1276350"/>
                </a:lnTo>
                <a:lnTo>
                  <a:pt x="800100" y="1295400"/>
                </a:lnTo>
                <a:lnTo>
                  <a:pt x="790575" y="1295400"/>
                </a:lnTo>
                <a:lnTo>
                  <a:pt x="790575" y="1314450"/>
                </a:lnTo>
                <a:lnTo>
                  <a:pt x="781050" y="1314450"/>
                </a:lnTo>
                <a:lnTo>
                  <a:pt x="781050" y="1333500"/>
                </a:lnTo>
                <a:lnTo>
                  <a:pt x="771525" y="1333500"/>
                </a:lnTo>
                <a:lnTo>
                  <a:pt x="771525" y="1352550"/>
                </a:lnTo>
                <a:lnTo>
                  <a:pt x="762000" y="1352550"/>
                </a:lnTo>
                <a:lnTo>
                  <a:pt x="762000" y="1371600"/>
                </a:lnTo>
                <a:lnTo>
                  <a:pt x="752475" y="1371600"/>
                </a:lnTo>
                <a:lnTo>
                  <a:pt x="752475" y="1390650"/>
                </a:lnTo>
                <a:lnTo>
                  <a:pt x="742950" y="1390650"/>
                </a:lnTo>
                <a:lnTo>
                  <a:pt x="742950" y="1419225"/>
                </a:lnTo>
                <a:lnTo>
                  <a:pt x="733425" y="1419225"/>
                </a:lnTo>
                <a:lnTo>
                  <a:pt x="733425" y="1438275"/>
                </a:lnTo>
                <a:lnTo>
                  <a:pt x="723900" y="1438275"/>
                </a:lnTo>
                <a:lnTo>
                  <a:pt x="723900" y="1457325"/>
                </a:lnTo>
                <a:lnTo>
                  <a:pt x="714375" y="1457325"/>
                </a:lnTo>
                <a:lnTo>
                  <a:pt x="714375" y="1476375"/>
                </a:lnTo>
                <a:lnTo>
                  <a:pt x="704850" y="1476375"/>
                </a:lnTo>
                <a:lnTo>
                  <a:pt x="704850" y="1495425"/>
                </a:lnTo>
                <a:lnTo>
                  <a:pt x="695325" y="1495425"/>
                </a:lnTo>
                <a:lnTo>
                  <a:pt x="695325" y="1514475"/>
                </a:lnTo>
                <a:lnTo>
                  <a:pt x="685800" y="1514475"/>
                </a:lnTo>
                <a:lnTo>
                  <a:pt x="685800" y="1533525"/>
                </a:lnTo>
                <a:lnTo>
                  <a:pt x="676275" y="1533525"/>
                </a:lnTo>
                <a:lnTo>
                  <a:pt x="676275" y="1562100"/>
                </a:lnTo>
                <a:lnTo>
                  <a:pt x="666750" y="1562100"/>
                </a:lnTo>
                <a:lnTo>
                  <a:pt x="666750" y="1581150"/>
                </a:lnTo>
                <a:lnTo>
                  <a:pt x="657225" y="1581150"/>
                </a:lnTo>
                <a:lnTo>
                  <a:pt x="657225" y="1600200"/>
                </a:lnTo>
                <a:lnTo>
                  <a:pt x="647700" y="1600200"/>
                </a:lnTo>
                <a:lnTo>
                  <a:pt x="647700" y="1619250"/>
                </a:lnTo>
                <a:lnTo>
                  <a:pt x="638175" y="1619250"/>
                </a:lnTo>
                <a:lnTo>
                  <a:pt x="638175" y="1638300"/>
                </a:lnTo>
                <a:lnTo>
                  <a:pt x="628650" y="1638300"/>
                </a:lnTo>
                <a:lnTo>
                  <a:pt x="628650" y="1657350"/>
                </a:lnTo>
                <a:lnTo>
                  <a:pt x="619125" y="1657350"/>
                </a:lnTo>
                <a:lnTo>
                  <a:pt x="619125" y="1676400"/>
                </a:lnTo>
                <a:lnTo>
                  <a:pt x="609600" y="1676400"/>
                </a:lnTo>
                <a:lnTo>
                  <a:pt x="609600" y="1704975"/>
                </a:lnTo>
                <a:lnTo>
                  <a:pt x="600075" y="1704975"/>
                </a:lnTo>
                <a:lnTo>
                  <a:pt x="600075" y="1724025"/>
                </a:lnTo>
                <a:lnTo>
                  <a:pt x="590550" y="1724025"/>
                </a:lnTo>
                <a:lnTo>
                  <a:pt x="590550" y="1743075"/>
                </a:lnTo>
                <a:lnTo>
                  <a:pt x="581025" y="1743075"/>
                </a:lnTo>
                <a:lnTo>
                  <a:pt x="581025" y="1762125"/>
                </a:lnTo>
                <a:lnTo>
                  <a:pt x="571500" y="1762125"/>
                </a:lnTo>
                <a:lnTo>
                  <a:pt x="571500" y="1781175"/>
                </a:lnTo>
                <a:lnTo>
                  <a:pt x="561975" y="1781175"/>
                </a:lnTo>
                <a:lnTo>
                  <a:pt x="561975" y="1800225"/>
                </a:lnTo>
                <a:lnTo>
                  <a:pt x="552450" y="1800225"/>
                </a:lnTo>
                <a:lnTo>
                  <a:pt x="552450" y="1819275"/>
                </a:lnTo>
                <a:lnTo>
                  <a:pt x="542925" y="1819275"/>
                </a:lnTo>
                <a:lnTo>
                  <a:pt x="542925" y="1847850"/>
                </a:lnTo>
                <a:lnTo>
                  <a:pt x="533400" y="1847850"/>
                </a:lnTo>
                <a:lnTo>
                  <a:pt x="533400" y="1866900"/>
                </a:lnTo>
                <a:lnTo>
                  <a:pt x="523875" y="1866900"/>
                </a:lnTo>
                <a:lnTo>
                  <a:pt x="523875" y="1885950"/>
                </a:lnTo>
                <a:lnTo>
                  <a:pt x="514350" y="1885950"/>
                </a:lnTo>
                <a:lnTo>
                  <a:pt x="514350" y="1905000"/>
                </a:lnTo>
                <a:lnTo>
                  <a:pt x="504825" y="1905000"/>
                </a:lnTo>
                <a:lnTo>
                  <a:pt x="504825" y="1924050"/>
                </a:lnTo>
                <a:lnTo>
                  <a:pt x="495300" y="1924050"/>
                </a:lnTo>
                <a:lnTo>
                  <a:pt x="495300" y="1943100"/>
                </a:lnTo>
                <a:lnTo>
                  <a:pt x="485775" y="1943100"/>
                </a:lnTo>
                <a:lnTo>
                  <a:pt x="485775" y="1971675"/>
                </a:lnTo>
                <a:lnTo>
                  <a:pt x="476250" y="1971675"/>
                </a:lnTo>
                <a:lnTo>
                  <a:pt x="476250" y="1981200"/>
                </a:lnTo>
                <a:lnTo>
                  <a:pt x="0" y="1981200"/>
                </a:lnTo>
                <a:lnTo>
                  <a:pt x="0" y="1962150"/>
                </a:lnTo>
                <a:lnTo>
                  <a:pt x="9525" y="1962150"/>
                </a:lnTo>
                <a:lnTo>
                  <a:pt x="19050" y="1924050"/>
                </a:lnTo>
                <a:lnTo>
                  <a:pt x="28575" y="1924050"/>
                </a:lnTo>
                <a:lnTo>
                  <a:pt x="28575" y="1905000"/>
                </a:lnTo>
                <a:lnTo>
                  <a:pt x="38100" y="1905000"/>
                </a:lnTo>
                <a:lnTo>
                  <a:pt x="38100" y="1876425"/>
                </a:lnTo>
                <a:lnTo>
                  <a:pt x="47625" y="1876425"/>
                </a:lnTo>
                <a:lnTo>
                  <a:pt x="47625" y="1857375"/>
                </a:lnTo>
                <a:lnTo>
                  <a:pt x="57150" y="1857375"/>
                </a:lnTo>
                <a:lnTo>
                  <a:pt x="66675" y="1819275"/>
                </a:lnTo>
                <a:lnTo>
                  <a:pt x="76200" y="1819275"/>
                </a:lnTo>
                <a:lnTo>
                  <a:pt x="76200" y="1800225"/>
                </a:lnTo>
                <a:lnTo>
                  <a:pt x="85725" y="1800225"/>
                </a:lnTo>
                <a:lnTo>
                  <a:pt x="85725" y="1781175"/>
                </a:lnTo>
                <a:lnTo>
                  <a:pt x="95250" y="1781175"/>
                </a:lnTo>
                <a:lnTo>
                  <a:pt x="95250" y="1762125"/>
                </a:lnTo>
                <a:lnTo>
                  <a:pt x="104775" y="1762125"/>
                </a:lnTo>
                <a:lnTo>
                  <a:pt x="104775" y="1733550"/>
                </a:lnTo>
                <a:lnTo>
                  <a:pt x="114300" y="1733550"/>
                </a:lnTo>
                <a:lnTo>
                  <a:pt x="114300" y="1714500"/>
                </a:lnTo>
                <a:lnTo>
                  <a:pt x="123825" y="1714500"/>
                </a:lnTo>
                <a:lnTo>
                  <a:pt x="123825" y="1695450"/>
                </a:lnTo>
                <a:lnTo>
                  <a:pt x="133350" y="1695450"/>
                </a:lnTo>
                <a:lnTo>
                  <a:pt x="133350" y="1676400"/>
                </a:lnTo>
                <a:lnTo>
                  <a:pt x="142875" y="1676400"/>
                </a:lnTo>
                <a:lnTo>
                  <a:pt x="161925" y="1619250"/>
                </a:lnTo>
                <a:lnTo>
                  <a:pt x="171450" y="1619250"/>
                </a:lnTo>
                <a:lnTo>
                  <a:pt x="171450" y="1590675"/>
                </a:lnTo>
                <a:lnTo>
                  <a:pt x="180975" y="1590675"/>
                </a:lnTo>
                <a:lnTo>
                  <a:pt x="180975" y="1571625"/>
                </a:lnTo>
                <a:lnTo>
                  <a:pt x="190500" y="1571625"/>
                </a:lnTo>
                <a:lnTo>
                  <a:pt x="190500" y="1552575"/>
                </a:lnTo>
                <a:lnTo>
                  <a:pt x="200025" y="1552575"/>
                </a:lnTo>
                <a:lnTo>
                  <a:pt x="200025" y="1533525"/>
                </a:lnTo>
                <a:lnTo>
                  <a:pt x="209550" y="1533525"/>
                </a:lnTo>
                <a:lnTo>
                  <a:pt x="209550" y="1514475"/>
                </a:lnTo>
                <a:lnTo>
                  <a:pt x="219075" y="1514475"/>
                </a:lnTo>
                <a:lnTo>
                  <a:pt x="219075" y="1495425"/>
                </a:lnTo>
                <a:lnTo>
                  <a:pt x="228600" y="1495425"/>
                </a:lnTo>
                <a:lnTo>
                  <a:pt x="228600" y="1476375"/>
                </a:lnTo>
                <a:lnTo>
                  <a:pt x="238125" y="1476375"/>
                </a:lnTo>
                <a:lnTo>
                  <a:pt x="238125" y="1447800"/>
                </a:lnTo>
                <a:lnTo>
                  <a:pt x="247650" y="1447800"/>
                </a:lnTo>
                <a:lnTo>
                  <a:pt x="247650" y="1428750"/>
                </a:lnTo>
                <a:lnTo>
                  <a:pt x="257175" y="1428750"/>
                </a:lnTo>
                <a:lnTo>
                  <a:pt x="257175" y="1409700"/>
                </a:lnTo>
                <a:lnTo>
                  <a:pt x="266700" y="1409700"/>
                </a:lnTo>
                <a:lnTo>
                  <a:pt x="266700" y="1390650"/>
                </a:lnTo>
                <a:lnTo>
                  <a:pt x="276225" y="1390650"/>
                </a:lnTo>
                <a:lnTo>
                  <a:pt x="276225" y="1371600"/>
                </a:lnTo>
                <a:lnTo>
                  <a:pt x="285750" y="1371600"/>
                </a:lnTo>
                <a:lnTo>
                  <a:pt x="285750" y="1352550"/>
                </a:lnTo>
                <a:lnTo>
                  <a:pt x="295275" y="1352550"/>
                </a:lnTo>
                <a:lnTo>
                  <a:pt x="295275" y="1323975"/>
                </a:lnTo>
                <a:lnTo>
                  <a:pt x="304800" y="1323975"/>
                </a:lnTo>
                <a:lnTo>
                  <a:pt x="304800" y="1304925"/>
                </a:lnTo>
                <a:lnTo>
                  <a:pt x="314325" y="1304925"/>
                </a:lnTo>
                <a:lnTo>
                  <a:pt x="314325" y="1285875"/>
                </a:lnTo>
                <a:lnTo>
                  <a:pt x="323850" y="1285875"/>
                </a:lnTo>
                <a:lnTo>
                  <a:pt x="323850" y="1266825"/>
                </a:lnTo>
                <a:lnTo>
                  <a:pt x="333375" y="1266825"/>
                </a:lnTo>
                <a:lnTo>
                  <a:pt x="352425" y="1209675"/>
                </a:lnTo>
                <a:lnTo>
                  <a:pt x="361950" y="1209675"/>
                </a:lnTo>
                <a:lnTo>
                  <a:pt x="361950" y="1181100"/>
                </a:lnTo>
                <a:lnTo>
                  <a:pt x="371475" y="1181100"/>
                </a:lnTo>
                <a:lnTo>
                  <a:pt x="371475" y="1162050"/>
                </a:lnTo>
                <a:lnTo>
                  <a:pt x="381000" y="1162050"/>
                </a:lnTo>
                <a:lnTo>
                  <a:pt x="381000" y="1143000"/>
                </a:lnTo>
                <a:lnTo>
                  <a:pt x="390525" y="1143000"/>
                </a:lnTo>
                <a:lnTo>
                  <a:pt x="390525" y="1123950"/>
                </a:lnTo>
                <a:lnTo>
                  <a:pt x="400050" y="1123950"/>
                </a:lnTo>
                <a:lnTo>
                  <a:pt x="400050" y="1104900"/>
                </a:lnTo>
                <a:lnTo>
                  <a:pt x="409575" y="1104900"/>
                </a:lnTo>
                <a:lnTo>
                  <a:pt x="409575" y="1085850"/>
                </a:lnTo>
                <a:lnTo>
                  <a:pt x="419100" y="1085850"/>
                </a:lnTo>
                <a:lnTo>
                  <a:pt x="419100" y="1066800"/>
                </a:lnTo>
                <a:lnTo>
                  <a:pt x="428625" y="1066800"/>
                </a:lnTo>
                <a:lnTo>
                  <a:pt x="428625" y="1038225"/>
                </a:lnTo>
                <a:lnTo>
                  <a:pt x="438150" y="1038225"/>
                </a:lnTo>
                <a:lnTo>
                  <a:pt x="438150" y="1019175"/>
                </a:lnTo>
                <a:lnTo>
                  <a:pt x="447675" y="1019175"/>
                </a:lnTo>
                <a:lnTo>
                  <a:pt x="447675" y="1000125"/>
                </a:lnTo>
                <a:lnTo>
                  <a:pt x="457200" y="1000125"/>
                </a:lnTo>
                <a:lnTo>
                  <a:pt x="457200" y="981075"/>
                </a:lnTo>
                <a:lnTo>
                  <a:pt x="466725" y="981075"/>
                </a:lnTo>
                <a:lnTo>
                  <a:pt x="466725" y="962025"/>
                </a:lnTo>
                <a:lnTo>
                  <a:pt x="476250" y="962025"/>
                </a:lnTo>
                <a:lnTo>
                  <a:pt x="476250" y="942975"/>
                </a:lnTo>
                <a:lnTo>
                  <a:pt x="485775" y="942975"/>
                </a:lnTo>
                <a:lnTo>
                  <a:pt x="485775" y="923925"/>
                </a:lnTo>
                <a:lnTo>
                  <a:pt x="495300" y="923925"/>
                </a:lnTo>
                <a:lnTo>
                  <a:pt x="495300" y="895350"/>
                </a:lnTo>
                <a:lnTo>
                  <a:pt x="504825" y="895350"/>
                </a:lnTo>
                <a:lnTo>
                  <a:pt x="504825" y="876300"/>
                </a:lnTo>
                <a:lnTo>
                  <a:pt x="514350" y="876300"/>
                </a:lnTo>
                <a:lnTo>
                  <a:pt x="514350" y="857250"/>
                </a:lnTo>
                <a:lnTo>
                  <a:pt x="523875" y="857250"/>
                </a:lnTo>
                <a:lnTo>
                  <a:pt x="523875" y="838200"/>
                </a:lnTo>
                <a:lnTo>
                  <a:pt x="533400" y="838200"/>
                </a:lnTo>
                <a:lnTo>
                  <a:pt x="533400" y="819150"/>
                </a:lnTo>
                <a:lnTo>
                  <a:pt x="542925" y="819150"/>
                </a:lnTo>
                <a:lnTo>
                  <a:pt x="542925" y="800100"/>
                </a:lnTo>
                <a:lnTo>
                  <a:pt x="552450" y="800100"/>
                </a:lnTo>
                <a:lnTo>
                  <a:pt x="552450" y="781050"/>
                </a:lnTo>
                <a:lnTo>
                  <a:pt x="561975" y="781050"/>
                </a:lnTo>
                <a:lnTo>
                  <a:pt x="561975" y="752475"/>
                </a:lnTo>
                <a:lnTo>
                  <a:pt x="571500" y="752475"/>
                </a:lnTo>
                <a:lnTo>
                  <a:pt x="571500" y="733425"/>
                </a:lnTo>
                <a:lnTo>
                  <a:pt x="581025" y="733425"/>
                </a:lnTo>
                <a:lnTo>
                  <a:pt x="581025" y="714375"/>
                </a:lnTo>
                <a:lnTo>
                  <a:pt x="590550" y="714375"/>
                </a:lnTo>
                <a:lnTo>
                  <a:pt x="590550" y="695325"/>
                </a:lnTo>
                <a:lnTo>
                  <a:pt x="600075" y="695325"/>
                </a:lnTo>
                <a:lnTo>
                  <a:pt x="600075" y="676275"/>
                </a:lnTo>
                <a:lnTo>
                  <a:pt x="609600" y="676275"/>
                </a:lnTo>
                <a:lnTo>
                  <a:pt x="609600" y="657225"/>
                </a:lnTo>
                <a:lnTo>
                  <a:pt x="619125" y="657225"/>
                </a:lnTo>
                <a:lnTo>
                  <a:pt x="619125" y="628650"/>
                </a:lnTo>
                <a:lnTo>
                  <a:pt x="628650" y="628650"/>
                </a:lnTo>
                <a:lnTo>
                  <a:pt x="628650" y="609600"/>
                </a:lnTo>
                <a:lnTo>
                  <a:pt x="638175" y="609600"/>
                </a:lnTo>
                <a:lnTo>
                  <a:pt x="638175" y="590550"/>
                </a:lnTo>
                <a:lnTo>
                  <a:pt x="647700" y="590550"/>
                </a:lnTo>
                <a:lnTo>
                  <a:pt x="647700" y="571500"/>
                </a:lnTo>
                <a:lnTo>
                  <a:pt x="657225" y="571500"/>
                </a:lnTo>
                <a:lnTo>
                  <a:pt x="657225" y="552450"/>
                </a:lnTo>
                <a:lnTo>
                  <a:pt x="666750" y="552450"/>
                </a:lnTo>
                <a:lnTo>
                  <a:pt x="666750" y="533400"/>
                </a:lnTo>
                <a:lnTo>
                  <a:pt x="676275" y="533400"/>
                </a:lnTo>
                <a:lnTo>
                  <a:pt x="676275" y="514350"/>
                </a:lnTo>
                <a:lnTo>
                  <a:pt x="685800" y="514350"/>
                </a:lnTo>
                <a:lnTo>
                  <a:pt x="685800" y="485775"/>
                </a:lnTo>
                <a:lnTo>
                  <a:pt x="695325" y="485775"/>
                </a:lnTo>
                <a:lnTo>
                  <a:pt x="695325" y="466725"/>
                </a:lnTo>
                <a:lnTo>
                  <a:pt x="704850" y="466725"/>
                </a:lnTo>
                <a:lnTo>
                  <a:pt x="704850" y="447675"/>
                </a:lnTo>
                <a:lnTo>
                  <a:pt x="714375" y="447675"/>
                </a:lnTo>
                <a:lnTo>
                  <a:pt x="714375" y="428625"/>
                </a:lnTo>
                <a:lnTo>
                  <a:pt x="723900" y="428625"/>
                </a:lnTo>
                <a:lnTo>
                  <a:pt x="723900" y="409575"/>
                </a:lnTo>
                <a:lnTo>
                  <a:pt x="733425" y="409575"/>
                </a:lnTo>
                <a:lnTo>
                  <a:pt x="733425" y="390525"/>
                </a:lnTo>
                <a:lnTo>
                  <a:pt x="742950" y="390525"/>
                </a:lnTo>
                <a:lnTo>
                  <a:pt x="742950" y="371475"/>
                </a:lnTo>
                <a:lnTo>
                  <a:pt x="752475" y="371475"/>
                </a:lnTo>
                <a:lnTo>
                  <a:pt x="752475" y="342900"/>
                </a:lnTo>
                <a:lnTo>
                  <a:pt x="762000" y="342900"/>
                </a:lnTo>
                <a:lnTo>
                  <a:pt x="762000" y="323850"/>
                </a:lnTo>
                <a:lnTo>
                  <a:pt x="771525" y="323850"/>
                </a:lnTo>
                <a:lnTo>
                  <a:pt x="771525" y="304800"/>
                </a:lnTo>
                <a:lnTo>
                  <a:pt x="781050" y="304800"/>
                </a:lnTo>
                <a:lnTo>
                  <a:pt x="781050" y="285750"/>
                </a:lnTo>
                <a:lnTo>
                  <a:pt x="790575" y="285750"/>
                </a:lnTo>
                <a:lnTo>
                  <a:pt x="809625" y="228600"/>
                </a:lnTo>
                <a:lnTo>
                  <a:pt x="819150" y="228600"/>
                </a:lnTo>
                <a:lnTo>
                  <a:pt x="819150" y="200025"/>
                </a:lnTo>
                <a:lnTo>
                  <a:pt x="828675" y="200025"/>
                </a:lnTo>
                <a:lnTo>
                  <a:pt x="847725" y="142875"/>
                </a:lnTo>
                <a:lnTo>
                  <a:pt x="857250" y="142875"/>
                </a:lnTo>
                <a:lnTo>
                  <a:pt x="857250" y="123825"/>
                </a:lnTo>
                <a:lnTo>
                  <a:pt x="866775" y="123825"/>
                </a:lnTo>
                <a:lnTo>
                  <a:pt x="866775" y="104775"/>
                </a:lnTo>
                <a:lnTo>
                  <a:pt x="876300" y="104775"/>
                </a:lnTo>
                <a:lnTo>
                  <a:pt x="876300" y="85725"/>
                </a:lnTo>
                <a:lnTo>
                  <a:pt x="885825" y="85725"/>
                </a:lnTo>
                <a:lnTo>
                  <a:pt x="885825" y="57150"/>
                </a:lnTo>
                <a:lnTo>
                  <a:pt x="895350" y="57150"/>
                </a:lnTo>
                <a:close/>
                <a:moveTo>
                  <a:pt x="2514600" y="0"/>
                </a:moveTo>
                <a:lnTo>
                  <a:pt x="2933700" y="0"/>
                </a:lnTo>
                <a:lnTo>
                  <a:pt x="2933700" y="9525"/>
                </a:lnTo>
                <a:lnTo>
                  <a:pt x="2962275" y="28575"/>
                </a:lnTo>
                <a:lnTo>
                  <a:pt x="2962275" y="47625"/>
                </a:lnTo>
                <a:lnTo>
                  <a:pt x="2990850" y="66675"/>
                </a:lnTo>
                <a:lnTo>
                  <a:pt x="2990850" y="85725"/>
                </a:lnTo>
                <a:lnTo>
                  <a:pt x="3028950" y="114300"/>
                </a:lnTo>
                <a:lnTo>
                  <a:pt x="3028950" y="133350"/>
                </a:lnTo>
                <a:lnTo>
                  <a:pt x="3067050" y="161925"/>
                </a:lnTo>
                <a:lnTo>
                  <a:pt x="3067050" y="180975"/>
                </a:lnTo>
                <a:lnTo>
                  <a:pt x="3095625" y="200025"/>
                </a:lnTo>
                <a:lnTo>
                  <a:pt x="3095625" y="219075"/>
                </a:lnTo>
                <a:lnTo>
                  <a:pt x="3133725" y="247650"/>
                </a:lnTo>
                <a:lnTo>
                  <a:pt x="3133725" y="266700"/>
                </a:lnTo>
                <a:lnTo>
                  <a:pt x="3162300" y="285750"/>
                </a:lnTo>
                <a:lnTo>
                  <a:pt x="3162300" y="304800"/>
                </a:lnTo>
                <a:lnTo>
                  <a:pt x="3200400" y="333375"/>
                </a:lnTo>
                <a:lnTo>
                  <a:pt x="3200400" y="352425"/>
                </a:lnTo>
                <a:lnTo>
                  <a:pt x="3228975" y="371475"/>
                </a:lnTo>
                <a:lnTo>
                  <a:pt x="3228975" y="390525"/>
                </a:lnTo>
                <a:lnTo>
                  <a:pt x="3267075" y="419100"/>
                </a:lnTo>
                <a:lnTo>
                  <a:pt x="3267075" y="438150"/>
                </a:lnTo>
                <a:lnTo>
                  <a:pt x="3295650" y="457200"/>
                </a:lnTo>
                <a:lnTo>
                  <a:pt x="3295650" y="476250"/>
                </a:lnTo>
                <a:lnTo>
                  <a:pt x="3305175" y="476250"/>
                </a:lnTo>
                <a:lnTo>
                  <a:pt x="3305175" y="485775"/>
                </a:lnTo>
                <a:lnTo>
                  <a:pt x="3333750" y="504825"/>
                </a:lnTo>
                <a:lnTo>
                  <a:pt x="3333750" y="523875"/>
                </a:lnTo>
                <a:lnTo>
                  <a:pt x="3371850" y="552450"/>
                </a:lnTo>
                <a:lnTo>
                  <a:pt x="3371850" y="571500"/>
                </a:lnTo>
                <a:lnTo>
                  <a:pt x="3400425" y="590550"/>
                </a:lnTo>
                <a:lnTo>
                  <a:pt x="3400425" y="609600"/>
                </a:lnTo>
                <a:lnTo>
                  <a:pt x="3438525" y="638175"/>
                </a:lnTo>
                <a:lnTo>
                  <a:pt x="3438525" y="657225"/>
                </a:lnTo>
                <a:lnTo>
                  <a:pt x="3467100" y="676275"/>
                </a:lnTo>
                <a:lnTo>
                  <a:pt x="3467100" y="695325"/>
                </a:lnTo>
                <a:lnTo>
                  <a:pt x="3505200" y="723900"/>
                </a:lnTo>
                <a:lnTo>
                  <a:pt x="3505200" y="742950"/>
                </a:lnTo>
                <a:lnTo>
                  <a:pt x="3533775" y="762000"/>
                </a:lnTo>
                <a:lnTo>
                  <a:pt x="3533775" y="781050"/>
                </a:lnTo>
                <a:lnTo>
                  <a:pt x="3571875" y="809625"/>
                </a:lnTo>
                <a:lnTo>
                  <a:pt x="3571875" y="828675"/>
                </a:lnTo>
                <a:lnTo>
                  <a:pt x="3600450" y="847725"/>
                </a:lnTo>
                <a:lnTo>
                  <a:pt x="3600450" y="866775"/>
                </a:lnTo>
                <a:lnTo>
                  <a:pt x="3609975" y="866775"/>
                </a:lnTo>
                <a:lnTo>
                  <a:pt x="3609975" y="876300"/>
                </a:lnTo>
                <a:lnTo>
                  <a:pt x="3638550" y="895350"/>
                </a:lnTo>
                <a:lnTo>
                  <a:pt x="3638550" y="914400"/>
                </a:lnTo>
                <a:lnTo>
                  <a:pt x="3676650" y="942975"/>
                </a:lnTo>
                <a:lnTo>
                  <a:pt x="3676650" y="962025"/>
                </a:lnTo>
                <a:lnTo>
                  <a:pt x="3705225" y="981075"/>
                </a:lnTo>
                <a:lnTo>
                  <a:pt x="3705225" y="1000125"/>
                </a:lnTo>
                <a:lnTo>
                  <a:pt x="3743325" y="1028700"/>
                </a:lnTo>
                <a:lnTo>
                  <a:pt x="3743325" y="1047750"/>
                </a:lnTo>
                <a:lnTo>
                  <a:pt x="3771900" y="1066800"/>
                </a:lnTo>
                <a:lnTo>
                  <a:pt x="3771900" y="1085850"/>
                </a:lnTo>
                <a:lnTo>
                  <a:pt x="3810000" y="1114425"/>
                </a:lnTo>
                <a:lnTo>
                  <a:pt x="3810000" y="1133475"/>
                </a:lnTo>
                <a:lnTo>
                  <a:pt x="3838575" y="1152525"/>
                </a:lnTo>
                <a:lnTo>
                  <a:pt x="3838575" y="1171575"/>
                </a:lnTo>
                <a:lnTo>
                  <a:pt x="3876675" y="1200150"/>
                </a:lnTo>
                <a:lnTo>
                  <a:pt x="3876675" y="1219200"/>
                </a:lnTo>
                <a:lnTo>
                  <a:pt x="3905250" y="1238250"/>
                </a:lnTo>
                <a:lnTo>
                  <a:pt x="3905250" y="1257300"/>
                </a:lnTo>
                <a:lnTo>
                  <a:pt x="3914775" y="1257300"/>
                </a:lnTo>
                <a:lnTo>
                  <a:pt x="3933825" y="1285875"/>
                </a:lnTo>
                <a:lnTo>
                  <a:pt x="3943350" y="1285875"/>
                </a:lnTo>
                <a:lnTo>
                  <a:pt x="3943350" y="0"/>
                </a:lnTo>
                <a:lnTo>
                  <a:pt x="4381500" y="0"/>
                </a:lnTo>
                <a:lnTo>
                  <a:pt x="4381500" y="1981200"/>
                </a:lnTo>
                <a:lnTo>
                  <a:pt x="3962400" y="1981200"/>
                </a:lnTo>
                <a:lnTo>
                  <a:pt x="3962400" y="1971675"/>
                </a:lnTo>
                <a:lnTo>
                  <a:pt x="3924300" y="1943100"/>
                </a:lnTo>
                <a:lnTo>
                  <a:pt x="3924300" y="1924050"/>
                </a:lnTo>
                <a:lnTo>
                  <a:pt x="3886200" y="1895475"/>
                </a:lnTo>
                <a:lnTo>
                  <a:pt x="3886200" y="1876425"/>
                </a:lnTo>
                <a:lnTo>
                  <a:pt x="3857625" y="1857375"/>
                </a:lnTo>
                <a:lnTo>
                  <a:pt x="3857625" y="1838325"/>
                </a:lnTo>
                <a:lnTo>
                  <a:pt x="3819525" y="1809750"/>
                </a:lnTo>
                <a:lnTo>
                  <a:pt x="3819525" y="1790700"/>
                </a:lnTo>
                <a:lnTo>
                  <a:pt x="3790950" y="1771650"/>
                </a:lnTo>
                <a:lnTo>
                  <a:pt x="3790950" y="1752600"/>
                </a:lnTo>
                <a:lnTo>
                  <a:pt x="3752850" y="1724025"/>
                </a:lnTo>
                <a:lnTo>
                  <a:pt x="3752850" y="1704975"/>
                </a:lnTo>
                <a:lnTo>
                  <a:pt x="3724275" y="1685925"/>
                </a:lnTo>
                <a:lnTo>
                  <a:pt x="3724275" y="1666875"/>
                </a:lnTo>
                <a:lnTo>
                  <a:pt x="3686175" y="1638300"/>
                </a:lnTo>
                <a:lnTo>
                  <a:pt x="3686175" y="1619250"/>
                </a:lnTo>
                <a:lnTo>
                  <a:pt x="3657600" y="1600200"/>
                </a:lnTo>
                <a:lnTo>
                  <a:pt x="3657600" y="1581150"/>
                </a:lnTo>
                <a:lnTo>
                  <a:pt x="3648075" y="1581150"/>
                </a:lnTo>
                <a:lnTo>
                  <a:pt x="3648075" y="1571625"/>
                </a:lnTo>
                <a:lnTo>
                  <a:pt x="3619500" y="1552575"/>
                </a:lnTo>
                <a:lnTo>
                  <a:pt x="3619500" y="1533525"/>
                </a:lnTo>
                <a:lnTo>
                  <a:pt x="3581400" y="1504950"/>
                </a:lnTo>
                <a:lnTo>
                  <a:pt x="3581400" y="1485900"/>
                </a:lnTo>
                <a:lnTo>
                  <a:pt x="3552825" y="1466850"/>
                </a:lnTo>
                <a:lnTo>
                  <a:pt x="3552825" y="1447800"/>
                </a:lnTo>
                <a:lnTo>
                  <a:pt x="3514725" y="1419225"/>
                </a:lnTo>
                <a:lnTo>
                  <a:pt x="3514725" y="1400175"/>
                </a:lnTo>
                <a:lnTo>
                  <a:pt x="3486150" y="1381125"/>
                </a:lnTo>
                <a:lnTo>
                  <a:pt x="3486150" y="1362075"/>
                </a:lnTo>
                <a:lnTo>
                  <a:pt x="3448050" y="1333500"/>
                </a:lnTo>
                <a:lnTo>
                  <a:pt x="3448050" y="1314450"/>
                </a:lnTo>
                <a:lnTo>
                  <a:pt x="3419475" y="1295400"/>
                </a:lnTo>
                <a:lnTo>
                  <a:pt x="3419475" y="1276350"/>
                </a:lnTo>
                <a:lnTo>
                  <a:pt x="3381375" y="1247775"/>
                </a:lnTo>
                <a:lnTo>
                  <a:pt x="3381375" y="1228725"/>
                </a:lnTo>
                <a:lnTo>
                  <a:pt x="3352800" y="1209675"/>
                </a:lnTo>
                <a:lnTo>
                  <a:pt x="3352800" y="1190625"/>
                </a:lnTo>
                <a:lnTo>
                  <a:pt x="3343275" y="1190625"/>
                </a:lnTo>
                <a:lnTo>
                  <a:pt x="3343275" y="1181100"/>
                </a:lnTo>
                <a:lnTo>
                  <a:pt x="3314700" y="1162050"/>
                </a:lnTo>
                <a:lnTo>
                  <a:pt x="3314700" y="1143000"/>
                </a:lnTo>
                <a:lnTo>
                  <a:pt x="3276600" y="1114425"/>
                </a:lnTo>
                <a:lnTo>
                  <a:pt x="3276600" y="1095375"/>
                </a:lnTo>
                <a:lnTo>
                  <a:pt x="3248025" y="1076325"/>
                </a:lnTo>
                <a:lnTo>
                  <a:pt x="3248025" y="1057275"/>
                </a:lnTo>
                <a:lnTo>
                  <a:pt x="3209925" y="1028700"/>
                </a:lnTo>
                <a:lnTo>
                  <a:pt x="3209925" y="1009650"/>
                </a:lnTo>
                <a:lnTo>
                  <a:pt x="3181350" y="990600"/>
                </a:lnTo>
                <a:lnTo>
                  <a:pt x="3181350" y="971550"/>
                </a:lnTo>
                <a:lnTo>
                  <a:pt x="3143250" y="942975"/>
                </a:lnTo>
                <a:lnTo>
                  <a:pt x="3143250" y="923925"/>
                </a:lnTo>
                <a:lnTo>
                  <a:pt x="3114675" y="904875"/>
                </a:lnTo>
                <a:lnTo>
                  <a:pt x="3114675" y="885825"/>
                </a:lnTo>
                <a:lnTo>
                  <a:pt x="3076575" y="857250"/>
                </a:lnTo>
                <a:lnTo>
                  <a:pt x="3076575" y="838200"/>
                </a:lnTo>
                <a:lnTo>
                  <a:pt x="3048000" y="819150"/>
                </a:lnTo>
                <a:lnTo>
                  <a:pt x="3048000" y="800100"/>
                </a:lnTo>
                <a:lnTo>
                  <a:pt x="3038475" y="800100"/>
                </a:lnTo>
                <a:lnTo>
                  <a:pt x="3038475" y="790575"/>
                </a:lnTo>
                <a:lnTo>
                  <a:pt x="3009900" y="771525"/>
                </a:lnTo>
                <a:lnTo>
                  <a:pt x="3009900" y="752475"/>
                </a:lnTo>
                <a:lnTo>
                  <a:pt x="2971800" y="723900"/>
                </a:lnTo>
                <a:lnTo>
                  <a:pt x="2962275" y="695325"/>
                </a:lnTo>
                <a:lnTo>
                  <a:pt x="2952750" y="695325"/>
                </a:lnTo>
                <a:lnTo>
                  <a:pt x="2952750" y="1981200"/>
                </a:lnTo>
                <a:lnTo>
                  <a:pt x="2514600" y="1981200"/>
                </a:lnTo>
                <a:close/>
                <a:moveTo>
                  <a:pt x="4876800" y="0"/>
                </a:moveTo>
                <a:lnTo>
                  <a:pt x="5314950" y="0"/>
                </a:lnTo>
                <a:lnTo>
                  <a:pt x="5314950" y="1981200"/>
                </a:lnTo>
                <a:lnTo>
                  <a:pt x="4876800" y="1981200"/>
                </a:lnTo>
                <a:close/>
                <a:moveTo>
                  <a:pt x="6153150" y="0"/>
                </a:moveTo>
                <a:lnTo>
                  <a:pt x="6705600" y="0"/>
                </a:lnTo>
                <a:lnTo>
                  <a:pt x="6696075" y="28575"/>
                </a:lnTo>
                <a:lnTo>
                  <a:pt x="6667500" y="47625"/>
                </a:lnTo>
                <a:lnTo>
                  <a:pt x="6667500" y="66675"/>
                </a:lnTo>
                <a:lnTo>
                  <a:pt x="6629400" y="95250"/>
                </a:lnTo>
                <a:lnTo>
                  <a:pt x="6629400" y="114300"/>
                </a:lnTo>
                <a:lnTo>
                  <a:pt x="6600825" y="133350"/>
                </a:lnTo>
                <a:lnTo>
                  <a:pt x="6600825" y="152400"/>
                </a:lnTo>
                <a:lnTo>
                  <a:pt x="6562725" y="180975"/>
                </a:lnTo>
                <a:lnTo>
                  <a:pt x="6562725" y="200025"/>
                </a:lnTo>
                <a:lnTo>
                  <a:pt x="6534150" y="219075"/>
                </a:lnTo>
                <a:lnTo>
                  <a:pt x="6534150" y="238125"/>
                </a:lnTo>
                <a:lnTo>
                  <a:pt x="6496050" y="266700"/>
                </a:lnTo>
                <a:lnTo>
                  <a:pt x="6496050" y="285750"/>
                </a:lnTo>
                <a:lnTo>
                  <a:pt x="6467475" y="304800"/>
                </a:lnTo>
                <a:lnTo>
                  <a:pt x="6467475" y="323850"/>
                </a:lnTo>
                <a:lnTo>
                  <a:pt x="6457950" y="323850"/>
                </a:lnTo>
                <a:lnTo>
                  <a:pt x="6457950" y="333375"/>
                </a:lnTo>
                <a:lnTo>
                  <a:pt x="6429375" y="352425"/>
                </a:lnTo>
                <a:lnTo>
                  <a:pt x="6429375" y="371475"/>
                </a:lnTo>
                <a:lnTo>
                  <a:pt x="6391275" y="400050"/>
                </a:lnTo>
                <a:lnTo>
                  <a:pt x="6391275" y="419100"/>
                </a:lnTo>
                <a:lnTo>
                  <a:pt x="6362700" y="438150"/>
                </a:lnTo>
                <a:lnTo>
                  <a:pt x="6362700" y="457200"/>
                </a:lnTo>
                <a:lnTo>
                  <a:pt x="6324600" y="485775"/>
                </a:lnTo>
                <a:lnTo>
                  <a:pt x="6324600" y="504825"/>
                </a:lnTo>
                <a:lnTo>
                  <a:pt x="6296025" y="523875"/>
                </a:lnTo>
                <a:lnTo>
                  <a:pt x="6296025" y="542925"/>
                </a:lnTo>
                <a:lnTo>
                  <a:pt x="6257925" y="571500"/>
                </a:lnTo>
                <a:lnTo>
                  <a:pt x="6257925" y="590550"/>
                </a:lnTo>
                <a:lnTo>
                  <a:pt x="6229350" y="609600"/>
                </a:lnTo>
                <a:lnTo>
                  <a:pt x="6229350" y="628650"/>
                </a:lnTo>
                <a:lnTo>
                  <a:pt x="6191250" y="657225"/>
                </a:lnTo>
                <a:lnTo>
                  <a:pt x="6191250" y="676275"/>
                </a:lnTo>
                <a:lnTo>
                  <a:pt x="6162675" y="695325"/>
                </a:lnTo>
                <a:lnTo>
                  <a:pt x="6162675" y="714375"/>
                </a:lnTo>
                <a:lnTo>
                  <a:pt x="6124575" y="742950"/>
                </a:lnTo>
                <a:lnTo>
                  <a:pt x="6124575" y="762000"/>
                </a:lnTo>
                <a:lnTo>
                  <a:pt x="6086475" y="790575"/>
                </a:lnTo>
                <a:lnTo>
                  <a:pt x="6086475" y="809625"/>
                </a:lnTo>
                <a:lnTo>
                  <a:pt x="6057900" y="828675"/>
                </a:lnTo>
                <a:lnTo>
                  <a:pt x="6057900" y="847725"/>
                </a:lnTo>
                <a:lnTo>
                  <a:pt x="6019800" y="876300"/>
                </a:lnTo>
                <a:lnTo>
                  <a:pt x="6019800" y="895350"/>
                </a:lnTo>
                <a:lnTo>
                  <a:pt x="5991225" y="914400"/>
                </a:lnTo>
                <a:lnTo>
                  <a:pt x="5991225" y="933450"/>
                </a:lnTo>
                <a:lnTo>
                  <a:pt x="5981700" y="933450"/>
                </a:lnTo>
                <a:lnTo>
                  <a:pt x="5981700" y="942975"/>
                </a:lnTo>
                <a:lnTo>
                  <a:pt x="5953125" y="962025"/>
                </a:lnTo>
                <a:lnTo>
                  <a:pt x="5953125" y="981075"/>
                </a:lnTo>
                <a:lnTo>
                  <a:pt x="5943600" y="981075"/>
                </a:lnTo>
                <a:lnTo>
                  <a:pt x="5953125" y="1019175"/>
                </a:lnTo>
                <a:lnTo>
                  <a:pt x="5962650" y="1019175"/>
                </a:lnTo>
                <a:lnTo>
                  <a:pt x="5962650" y="1028700"/>
                </a:lnTo>
                <a:lnTo>
                  <a:pt x="5991225" y="1047750"/>
                </a:lnTo>
                <a:lnTo>
                  <a:pt x="5991225" y="1066800"/>
                </a:lnTo>
                <a:lnTo>
                  <a:pt x="6029325" y="1095375"/>
                </a:lnTo>
                <a:lnTo>
                  <a:pt x="6029325" y="1114425"/>
                </a:lnTo>
                <a:lnTo>
                  <a:pt x="6057900" y="1133475"/>
                </a:lnTo>
                <a:lnTo>
                  <a:pt x="6057900" y="1152525"/>
                </a:lnTo>
                <a:lnTo>
                  <a:pt x="6096000" y="1181100"/>
                </a:lnTo>
                <a:lnTo>
                  <a:pt x="6096000" y="1200150"/>
                </a:lnTo>
                <a:lnTo>
                  <a:pt x="6124575" y="1219200"/>
                </a:lnTo>
                <a:lnTo>
                  <a:pt x="6124575" y="1238250"/>
                </a:lnTo>
                <a:lnTo>
                  <a:pt x="6162675" y="1266825"/>
                </a:lnTo>
                <a:lnTo>
                  <a:pt x="6162675" y="1285875"/>
                </a:lnTo>
                <a:lnTo>
                  <a:pt x="6191250" y="1304925"/>
                </a:lnTo>
                <a:lnTo>
                  <a:pt x="6191250" y="1323975"/>
                </a:lnTo>
                <a:lnTo>
                  <a:pt x="6229350" y="1352550"/>
                </a:lnTo>
                <a:lnTo>
                  <a:pt x="6229350" y="1371600"/>
                </a:lnTo>
                <a:lnTo>
                  <a:pt x="6257925" y="1390650"/>
                </a:lnTo>
                <a:lnTo>
                  <a:pt x="6257925" y="1409700"/>
                </a:lnTo>
                <a:lnTo>
                  <a:pt x="6296025" y="1438275"/>
                </a:lnTo>
                <a:lnTo>
                  <a:pt x="6296025" y="1457325"/>
                </a:lnTo>
                <a:lnTo>
                  <a:pt x="6324600" y="1476375"/>
                </a:lnTo>
                <a:lnTo>
                  <a:pt x="6324600" y="1495425"/>
                </a:lnTo>
                <a:lnTo>
                  <a:pt x="6334125" y="1495425"/>
                </a:lnTo>
                <a:lnTo>
                  <a:pt x="6334125" y="1504950"/>
                </a:lnTo>
                <a:lnTo>
                  <a:pt x="6362700" y="1524000"/>
                </a:lnTo>
                <a:lnTo>
                  <a:pt x="6362700" y="1543050"/>
                </a:lnTo>
                <a:lnTo>
                  <a:pt x="6400800" y="1571625"/>
                </a:lnTo>
                <a:lnTo>
                  <a:pt x="6400800" y="1590675"/>
                </a:lnTo>
                <a:lnTo>
                  <a:pt x="6410325" y="1590675"/>
                </a:lnTo>
                <a:lnTo>
                  <a:pt x="6410325" y="1600200"/>
                </a:lnTo>
                <a:lnTo>
                  <a:pt x="6429375" y="1609725"/>
                </a:lnTo>
                <a:lnTo>
                  <a:pt x="6429375" y="1628775"/>
                </a:lnTo>
                <a:lnTo>
                  <a:pt x="6467475" y="1657350"/>
                </a:lnTo>
                <a:lnTo>
                  <a:pt x="6467475" y="1676400"/>
                </a:lnTo>
                <a:lnTo>
                  <a:pt x="6477000" y="1676400"/>
                </a:lnTo>
                <a:lnTo>
                  <a:pt x="6477000" y="1685925"/>
                </a:lnTo>
                <a:lnTo>
                  <a:pt x="6496050" y="1695450"/>
                </a:lnTo>
                <a:lnTo>
                  <a:pt x="6496050" y="1714500"/>
                </a:lnTo>
                <a:lnTo>
                  <a:pt x="6534150" y="1743075"/>
                </a:lnTo>
                <a:lnTo>
                  <a:pt x="6534150" y="1762125"/>
                </a:lnTo>
                <a:lnTo>
                  <a:pt x="6562725" y="1781175"/>
                </a:lnTo>
                <a:lnTo>
                  <a:pt x="6562725" y="1800225"/>
                </a:lnTo>
                <a:lnTo>
                  <a:pt x="6600825" y="1828800"/>
                </a:lnTo>
                <a:lnTo>
                  <a:pt x="6600825" y="1847850"/>
                </a:lnTo>
                <a:lnTo>
                  <a:pt x="6629400" y="1866900"/>
                </a:lnTo>
                <a:lnTo>
                  <a:pt x="6629400" y="1885950"/>
                </a:lnTo>
                <a:lnTo>
                  <a:pt x="6667500" y="1914525"/>
                </a:lnTo>
                <a:lnTo>
                  <a:pt x="6667500" y="1933575"/>
                </a:lnTo>
                <a:lnTo>
                  <a:pt x="6705600" y="1962150"/>
                </a:lnTo>
                <a:lnTo>
                  <a:pt x="6705600" y="1981200"/>
                </a:lnTo>
                <a:lnTo>
                  <a:pt x="6162675" y="1981200"/>
                </a:lnTo>
                <a:lnTo>
                  <a:pt x="6162675" y="1971675"/>
                </a:lnTo>
                <a:lnTo>
                  <a:pt x="6124575" y="1943100"/>
                </a:lnTo>
                <a:lnTo>
                  <a:pt x="6124575" y="1924050"/>
                </a:lnTo>
                <a:lnTo>
                  <a:pt x="6096000" y="1905000"/>
                </a:lnTo>
                <a:lnTo>
                  <a:pt x="6096000" y="1885950"/>
                </a:lnTo>
                <a:lnTo>
                  <a:pt x="6057900" y="1857375"/>
                </a:lnTo>
                <a:lnTo>
                  <a:pt x="6057900" y="1838325"/>
                </a:lnTo>
                <a:lnTo>
                  <a:pt x="6019800" y="1809750"/>
                </a:lnTo>
                <a:lnTo>
                  <a:pt x="6019800" y="1790700"/>
                </a:lnTo>
                <a:lnTo>
                  <a:pt x="5991225" y="1771650"/>
                </a:lnTo>
                <a:lnTo>
                  <a:pt x="5991225" y="1752600"/>
                </a:lnTo>
                <a:lnTo>
                  <a:pt x="5953125" y="1724025"/>
                </a:lnTo>
                <a:lnTo>
                  <a:pt x="5953125" y="1704975"/>
                </a:lnTo>
                <a:lnTo>
                  <a:pt x="5924550" y="1685925"/>
                </a:lnTo>
                <a:lnTo>
                  <a:pt x="5924550" y="1666875"/>
                </a:lnTo>
                <a:lnTo>
                  <a:pt x="5886450" y="1638300"/>
                </a:lnTo>
                <a:lnTo>
                  <a:pt x="5886450" y="1619250"/>
                </a:lnTo>
                <a:lnTo>
                  <a:pt x="5857875" y="1600200"/>
                </a:lnTo>
                <a:lnTo>
                  <a:pt x="5857875" y="1581150"/>
                </a:lnTo>
                <a:lnTo>
                  <a:pt x="5819775" y="1552575"/>
                </a:lnTo>
                <a:lnTo>
                  <a:pt x="5819775" y="1533525"/>
                </a:lnTo>
                <a:lnTo>
                  <a:pt x="5791200" y="1514475"/>
                </a:lnTo>
                <a:lnTo>
                  <a:pt x="5791200" y="1495425"/>
                </a:lnTo>
                <a:lnTo>
                  <a:pt x="5781675" y="1495425"/>
                </a:lnTo>
                <a:lnTo>
                  <a:pt x="5781675" y="1485900"/>
                </a:lnTo>
                <a:lnTo>
                  <a:pt x="5753100" y="1466850"/>
                </a:lnTo>
                <a:lnTo>
                  <a:pt x="5753100" y="1447800"/>
                </a:lnTo>
                <a:lnTo>
                  <a:pt x="5715000" y="1419225"/>
                </a:lnTo>
                <a:lnTo>
                  <a:pt x="5715000" y="1400175"/>
                </a:lnTo>
                <a:lnTo>
                  <a:pt x="5686425" y="1381125"/>
                </a:lnTo>
                <a:lnTo>
                  <a:pt x="5686425" y="1362075"/>
                </a:lnTo>
                <a:lnTo>
                  <a:pt x="5648325" y="1333500"/>
                </a:lnTo>
                <a:lnTo>
                  <a:pt x="5648325" y="1314450"/>
                </a:lnTo>
                <a:lnTo>
                  <a:pt x="5619750" y="1295400"/>
                </a:lnTo>
                <a:lnTo>
                  <a:pt x="5619750" y="1276350"/>
                </a:lnTo>
                <a:lnTo>
                  <a:pt x="5581650" y="1247775"/>
                </a:lnTo>
                <a:lnTo>
                  <a:pt x="5581650" y="1228725"/>
                </a:lnTo>
                <a:lnTo>
                  <a:pt x="5553075" y="1209675"/>
                </a:lnTo>
                <a:lnTo>
                  <a:pt x="5553075" y="1190625"/>
                </a:lnTo>
                <a:lnTo>
                  <a:pt x="5514975" y="1162050"/>
                </a:lnTo>
                <a:lnTo>
                  <a:pt x="5514975" y="1143000"/>
                </a:lnTo>
                <a:lnTo>
                  <a:pt x="5486400" y="1123950"/>
                </a:lnTo>
                <a:lnTo>
                  <a:pt x="5486400" y="1104900"/>
                </a:lnTo>
                <a:lnTo>
                  <a:pt x="5448300" y="1076325"/>
                </a:lnTo>
                <a:lnTo>
                  <a:pt x="5448300" y="1057275"/>
                </a:lnTo>
                <a:lnTo>
                  <a:pt x="5419725" y="1038225"/>
                </a:lnTo>
                <a:lnTo>
                  <a:pt x="5419725" y="1019175"/>
                </a:lnTo>
                <a:lnTo>
                  <a:pt x="5391150" y="1000125"/>
                </a:lnTo>
                <a:lnTo>
                  <a:pt x="5391150" y="981075"/>
                </a:lnTo>
                <a:lnTo>
                  <a:pt x="5410200" y="971550"/>
                </a:lnTo>
                <a:lnTo>
                  <a:pt x="5410200" y="952500"/>
                </a:lnTo>
                <a:lnTo>
                  <a:pt x="5448300" y="923925"/>
                </a:lnTo>
                <a:lnTo>
                  <a:pt x="5448300" y="904875"/>
                </a:lnTo>
                <a:lnTo>
                  <a:pt x="5457825" y="904875"/>
                </a:lnTo>
                <a:lnTo>
                  <a:pt x="5457825" y="895350"/>
                </a:lnTo>
                <a:lnTo>
                  <a:pt x="5476875" y="885825"/>
                </a:lnTo>
                <a:lnTo>
                  <a:pt x="5476875" y="866775"/>
                </a:lnTo>
                <a:lnTo>
                  <a:pt x="5514975" y="838200"/>
                </a:lnTo>
                <a:lnTo>
                  <a:pt x="5514975" y="819150"/>
                </a:lnTo>
                <a:lnTo>
                  <a:pt x="5553075" y="790575"/>
                </a:lnTo>
                <a:lnTo>
                  <a:pt x="5553075" y="771525"/>
                </a:lnTo>
                <a:lnTo>
                  <a:pt x="5581650" y="752475"/>
                </a:lnTo>
                <a:lnTo>
                  <a:pt x="5581650" y="733425"/>
                </a:lnTo>
                <a:lnTo>
                  <a:pt x="5619750" y="704850"/>
                </a:lnTo>
                <a:lnTo>
                  <a:pt x="5619750" y="685800"/>
                </a:lnTo>
                <a:lnTo>
                  <a:pt x="5648325" y="666750"/>
                </a:lnTo>
                <a:lnTo>
                  <a:pt x="5648325" y="647700"/>
                </a:lnTo>
                <a:lnTo>
                  <a:pt x="5686425" y="619125"/>
                </a:lnTo>
                <a:lnTo>
                  <a:pt x="5686425" y="600075"/>
                </a:lnTo>
                <a:lnTo>
                  <a:pt x="5715000" y="581025"/>
                </a:lnTo>
                <a:lnTo>
                  <a:pt x="5715000" y="561975"/>
                </a:lnTo>
                <a:lnTo>
                  <a:pt x="5724525" y="561975"/>
                </a:lnTo>
                <a:lnTo>
                  <a:pt x="5724525" y="552450"/>
                </a:lnTo>
                <a:lnTo>
                  <a:pt x="5753100" y="533400"/>
                </a:lnTo>
                <a:lnTo>
                  <a:pt x="5753100" y="514350"/>
                </a:lnTo>
                <a:lnTo>
                  <a:pt x="5781675" y="495300"/>
                </a:lnTo>
                <a:lnTo>
                  <a:pt x="5781675" y="476250"/>
                </a:lnTo>
                <a:lnTo>
                  <a:pt x="5791200" y="476250"/>
                </a:lnTo>
                <a:lnTo>
                  <a:pt x="5791200" y="466725"/>
                </a:lnTo>
                <a:lnTo>
                  <a:pt x="5819775" y="447675"/>
                </a:lnTo>
                <a:lnTo>
                  <a:pt x="5819775" y="428625"/>
                </a:lnTo>
                <a:lnTo>
                  <a:pt x="5857875" y="400050"/>
                </a:lnTo>
                <a:lnTo>
                  <a:pt x="5857875" y="381000"/>
                </a:lnTo>
                <a:lnTo>
                  <a:pt x="5867400" y="381000"/>
                </a:lnTo>
                <a:lnTo>
                  <a:pt x="5867400" y="371475"/>
                </a:lnTo>
                <a:lnTo>
                  <a:pt x="5886450" y="361950"/>
                </a:lnTo>
                <a:lnTo>
                  <a:pt x="5886450" y="342900"/>
                </a:lnTo>
                <a:lnTo>
                  <a:pt x="5924550" y="314325"/>
                </a:lnTo>
                <a:lnTo>
                  <a:pt x="5924550" y="295275"/>
                </a:lnTo>
                <a:lnTo>
                  <a:pt x="5953125" y="276225"/>
                </a:lnTo>
                <a:lnTo>
                  <a:pt x="5953125" y="257175"/>
                </a:lnTo>
                <a:lnTo>
                  <a:pt x="5991225" y="228600"/>
                </a:lnTo>
                <a:lnTo>
                  <a:pt x="5991225" y="209550"/>
                </a:lnTo>
                <a:lnTo>
                  <a:pt x="6019800" y="190500"/>
                </a:lnTo>
                <a:lnTo>
                  <a:pt x="6019800" y="171450"/>
                </a:lnTo>
                <a:lnTo>
                  <a:pt x="6057900" y="142875"/>
                </a:lnTo>
                <a:lnTo>
                  <a:pt x="6057900" y="123825"/>
                </a:lnTo>
                <a:lnTo>
                  <a:pt x="6086475" y="104775"/>
                </a:lnTo>
                <a:lnTo>
                  <a:pt x="6086475" y="85725"/>
                </a:lnTo>
                <a:lnTo>
                  <a:pt x="6124575" y="57150"/>
                </a:lnTo>
                <a:lnTo>
                  <a:pt x="6124575" y="38100"/>
                </a:lnTo>
                <a:lnTo>
                  <a:pt x="6153150" y="19050"/>
                </a:lnTo>
                <a:close/>
                <a:moveTo>
                  <a:pt x="7010400" y="0"/>
                </a:moveTo>
                <a:lnTo>
                  <a:pt x="8715375" y="0"/>
                </a:lnTo>
                <a:lnTo>
                  <a:pt x="8715375" y="400050"/>
                </a:lnTo>
                <a:lnTo>
                  <a:pt x="7448550" y="400050"/>
                </a:lnTo>
                <a:lnTo>
                  <a:pt x="7448550" y="790575"/>
                </a:lnTo>
                <a:lnTo>
                  <a:pt x="8439150" y="790575"/>
                </a:lnTo>
                <a:lnTo>
                  <a:pt x="8439150" y="1190625"/>
                </a:lnTo>
                <a:lnTo>
                  <a:pt x="7648575" y="1190625"/>
                </a:lnTo>
                <a:lnTo>
                  <a:pt x="7448550" y="1190625"/>
                </a:lnTo>
                <a:lnTo>
                  <a:pt x="7448550" y="1581150"/>
                </a:lnTo>
                <a:lnTo>
                  <a:pt x="8715375" y="1581150"/>
                </a:lnTo>
                <a:lnTo>
                  <a:pt x="8715375" y="1981200"/>
                </a:lnTo>
                <a:lnTo>
                  <a:pt x="7010400" y="1981200"/>
                </a:lnTo>
                <a:close/>
                <a:moveTo>
                  <a:pt x="9115425" y="0"/>
                </a:moveTo>
                <a:lnTo>
                  <a:pt x="10372725" y="0"/>
                </a:lnTo>
                <a:lnTo>
                  <a:pt x="10372725" y="9525"/>
                </a:lnTo>
                <a:lnTo>
                  <a:pt x="10429875" y="9525"/>
                </a:lnTo>
                <a:lnTo>
                  <a:pt x="10429875" y="19050"/>
                </a:lnTo>
                <a:lnTo>
                  <a:pt x="10458450" y="19050"/>
                </a:lnTo>
                <a:lnTo>
                  <a:pt x="10458450" y="28575"/>
                </a:lnTo>
                <a:lnTo>
                  <a:pt x="10496550" y="28575"/>
                </a:lnTo>
                <a:lnTo>
                  <a:pt x="10496550" y="38100"/>
                </a:lnTo>
                <a:lnTo>
                  <a:pt x="10515600" y="38100"/>
                </a:lnTo>
                <a:lnTo>
                  <a:pt x="10515600" y="47625"/>
                </a:lnTo>
                <a:lnTo>
                  <a:pt x="10544175" y="47625"/>
                </a:lnTo>
                <a:lnTo>
                  <a:pt x="10544175" y="57150"/>
                </a:lnTo>
                <a:lnTo>
                  <a:pt x="10582275" y="66675"/>
                </a:lnTo>
                <a:lnTo>
                  <a:pt x="10582275" y="76200"/>
                </a:lnTo>
                <a:lnTo>
                  <a:pt x="10601325" y="76200"/>
                </a:lnTo>
                <a:lnTo>
                  <a:pt x="10610850" y="95250"/>
                </a:lnTo>
                <a:lnTo>
                  <a:pt x="10648950" y="104775"/>
                </a:lnTo>
                <a:lnTo>
                  <a:pt x="10658475" y="123825"/>
                </a:lnTo>
                <a:lnTo>
                  <a:pt x="10677525" y="123825"/>
                </a:lnTo>
                <a:lnTo>
                  <a:pt x="10715625" y="171450"/>
                </a:lnTo>
                <a:lnTo>
                  <a:pt x="10734675" y="171450"/>
                </a:lnTo>
                <a:lnTo>
                  <a:pt x="10734675" y="180975"/>
                </a:lnTo>
                <a:lnTo>
                  <a:pt x="10782300" y="219075"/>
                </a:lnTo>
                <a:lnTo>
                  <a:pt x="10782300" y="238125"/>
                </a:lnTo>
                <a:lnTo>
                  <a:pt x="10820400" y="266700"/>
                </a:lnTo>
                <a:lnTo>
                  <a:pt x="10820400" y="285750"/>
                </a:lnTo>
                <a:lnTo>
                  <a:pt x="10829925" y="285750"/>
                </a:lnTo>
                <a:lnTo>
                  <a:pt x="10839450" y="314325"/>
                </a:lnTo>
                <a:lnTo>
                  <a:pt x="10858500" y="323850"/>
                </a:lnTo>
                <a:lnTo>
                  <a:pt x="10858500" y="342900"/>
                </a:lnTo>
                <a:lnTo>
                  <a:pt x="10868025" y="342900"/>
                </a:lnTo>
                <a:lnTo>
                  <a:pt x="10868025" y="361950"/>
                </a:lnTo>
                <a:lnTo>
                  <a:pt x="10877550" y="361950"/>
                </a:lnTo>
                <a:lnTo>
                  <a:pt x="10877550" y="381000"/>
                </a:lnTo>
                <a:lnTo>
                  <a:pt x="10887075" y="381000"/>
                </a:lnTo>
                <a:lnTo>
                  <a:pt x="10887075" y="400050"/>
                </a:lnTo>
                <a:lnTo>
                  <a:pt x="10896600" y="400050"/>
                </a:lnTo>
                <a:lnTo>
                  <a:pt x="10896600" y="419100"/>
                </a:lnTo>
                <a:lnTo>
                  <a:pt x="10906125" y="419100"/>
                </a:lnTo>
                <a:lnTo>
                  <a:pt x="10906125" y="447675"/>
                </a:lnTo>
                <a:lnTo>
                  <a:pt x="10915650" y="447675"/>
                </a:lnTo>
                <a:lnTo>
                  <a:pt x="10915650" y="476250"/>
                </a:lnTo>
                <a:lnTo>
                  <a:pt x="10925175" y="476250"/>
                </a:lnTo>
                <a:lnTo>
                  <a:pt x="10925175" y="514350"/>
                </a:lnTo>
                <a:lnTo>
                  <a:pt x="10934700" y="514350"/>
                </a:lnTo>
                <a:lnTo>
                  <a:pt x="10934700" y="552450"/>
                </a:lnTo>
                <a:lnTo>
                  <a:pt x="10944225" y="552450"/>
                </a:lnTo>
                <a:lnTo>
                  <a:pt x="10953750" y="723900"/>
                </a:lnTo>
                <a:lnTo>
                  <a:pt x="10944225" y="723900"/>
                </a:lnTo>
                <a:lnTo>
                  <a:pt x="10944225" y="800100"/>
                </a:lnTo>
                <a:lnTo>
                  <a:pt x="10934700" y="800100"/>
                </a:lnTo>
                <a:lnTo>
                  <a:pt x="10925175" y="876300"/>
                </a:lnTo>
                <a:lnTo>
                  <a:pt x="10915650" y="876300"/>
                </a:lnTo>
                <a:lnTo>
                  <a:pt x="10915650" y="904875"/>
                </a:lnTo>
                <a:lnTo>
                  <a:pt x="10906125" y="904875"/>
                </a:lnTo>
                <a:lnTo>
                  <a:pt x="10906125" y="923925"/>
                </a:lnTo>
                <a:lnTo>
                  <a:pt x="10896600" y="923925"/>
                </a:lnTo>
                <a:lnTo>
                  <a:pt x="10896600" y="952500"/>
                </a:lnTo>
                <a:lnTo>
                  <a:pt x="10887075" y="952500"/>
                </a:lnTo>
                <a:lnTo>
                  <a:pt x="10877550" y="990600"/>
                </a:lnTo>
                <a:lnTo>
                  <a:pt x="10858500" y="1000125"/>
                </a:lnTo>
                <a:lnTo>
                  <a:pt x="10848975" y="1038225"/>
                </a:lnTo>
                <a:lnTo>
                  <a:pt x="10829925" y="1047750"/>
                </a:lnTo>
                <a:lnTo>
                  <a:pt x="10829925" y="1066800"/>
                </a:lnTo>
                <a:lnTo>
                  <a:pt x="10782300" y="1104900"/>
                </a:lnTo>
                <a:lnTo>
                  <a:pt x="10782300" y="1123950"/>
                </a:lnTo>
                <a:lnTo>
                  <a:pt x="10772775" y="1123950"/>
                </a:lnTo>
                <a:lnTo>
                  <a:pt x="10744200" y="1162050"/>
                </a:lnTo>
                <a:lnTo>
                  <a:pt x="10725150" y="1162050"/>
                </a:lnTo>
                <a:lnTo>
                  <a:pt x="10696575" y="1200150"/>
                </a:lnTo>
                <a:lnTo>
                  <a:pt x="10677525" y="1200150"/>
                </a:lnTo>
                <a:lnTo>
                  <a:pt x="10658475" y="1228725"/>
                </a:lnTo>
                <a:lnTo>
                  <a:pt x="10620375" y="1238250"/>
                </a:lnTo>
                <a:lnTo>
                  <a:pt x="10610850" y="1257300"/>
                </a:lnTo>
                <a:lnTo>
                  <a:pt x="10563225" y="1266825"/>
                </a:lnTo>
                <a:lnTo>
                  <a:pt x="10563225" y="1276350"/>
                </a:lnTo>
                <a:lnTo>
                  <a:pt x="10544175" y="1276350"/>
                </a:lnTo>
                <a:lnTo>
                  <a:pt x="10544175" y="1285875"/>
                </a:lnTo>
                <a:lnTo>
                  <a:pt x="10525125" y="1285875"/>
                </a:lnTo>
                <a:lnTo>
                  <a:pt x="10525125" y="1295400"/>
                </a:lnTo>
                <a:lnTo>
                  <a:pt x="10496550" y="1295400"/>
                </a:lnTo>
                <a:lnTo>
                  <a:pt x="10496550" y="1304925"/>
                </a:lnTo>
                <a:lnTo>
                  <a:pt x="10458450" y="1304925"/>
                </a:lnTo>
                <a:lnTo>
                  <a:pt x="10458450" y="1323975"/>
                </a:lnTo>
                <a:lnTo>
                  <a:pt x="10487025" y="1343025"/>
                </a:lnTo>
                <a:lnTo>
                  <a:pt x="10487025" y="1362075"/>
                </a:lnTo>
                <a:lnTo>
                  <a:pt x="10515600" y="1381125"/>
                </a:lnTo>
                <a:lnTo>
                  <a:pt x="10515600" y="1400175"/>
                </a:lnTo>
                <a:lnTo>
                  <a:pt x="10553700" y="1428750"/>
                </a:lnTo>
                <a:lnTo>
                  <a:pt x="10553700" y="1447800"/>
                </a:lnTo>
                <a:lnTo>
                  <a:pt x="10591800" y="1476375"/>
                </a:lnTo>
                <a:lnTo>
                  <a:pt x="10591800" y="1495425"/>
                </a:lnTo>
                <a:lnTo>
                  <a:pt x="10620375" y="1514475"/>
                </a:lnTo>
                <a:lnTo>
                  <a:pt x="10620375" y="1533525"/>
                </a:lnTo>
                <a:lnTo>
                  <a:pt x="10658475" y="1562100"/>
                </a:lnTo>
                <a:lnTo>
                  <a:pt x="10658475" y="1581150"/>
                </a:lnTo>
                <a:lnTo>
                  <a:pt x="10668000" y="1581150"/>
                </a:lnTo>
                <a:lnTo>
                  <a:pt x="10668000" y="1590675"/>
                </a:lnTo>
                <a:lnTo>
                  <a:pt x="10687050" y="1600200"/>
                </a:lnTo>
                <a:lnTo>
                  <a:pt x="10687050" y="1619250"/>
                </a:lnTo>
                <a:lnTo>
                  <a:pt x="10725150" y="1647825"/>
                </a:lnTo>
                <a:lnTo>
                  <a:pt x="10725150" y="1666875"/>
                </a:lnTo>
                <a:lnTo>
                  <a:pt x="10734675" y="1666875"/>
                </a:lnTo>
                <a:lnTo>
                  <a:pt x="10734675" y="1676400"/>
                </a:lnTo>
                <a:lnTo>
                  <a:pt x="10753725" y="1685925"/>
                </a:lnTo>
                <a:lnTo>
                  <a:pt x="10753725" y="1704975"/>
                </a:lnTo>
                <a:lnTo>
                  <a:pt x="10791825" y="1733550"/>
                </a:lnTo>
                <a:lnTo>
                  <a:pt x="10791825" y="1752600"/>
                </a:lnTo>
                <a:lnTo>
                  <a:pt x="10801350" y="1752600"/>
                </a:lnTo>
                <a:lnTo>
                  <a:pt x="10801350" y="1762125"/>
                </a:lnTo>
                <a:lnTo>
                  <a:pt x="10820400" y="1771650"/>
                </a:lnTo>
                <a:lnTo>
                  <a:pt x="10820400" y="1790700"/>
                </a:lnTo>
                <a:lnTo>
                  <a:pt x="10858500" y="1819275"/>
                </a:lnTo>
                <a:lnTo>
                  <a:pt x="10858500" y="1838325"/>
                </a:lnTo>
                <a:lnTo>
                  <a:pt x="10896600" y="1866900"/>
                </a:lnTo>
                <a:lnTo>
                  <a:pt x="10896600" y="1885950"/>
                </a:lnTo>
                <a:lnTo>
                  <a:pt x="10925175" y="1905000"/>
                </a:lnTo>
                <a:lnTo>
                  <a:pt x="10925175" y="1924050"/>
                </a:lnTo>
                <a:lnTo>
                  <a:pt x="10963275" y="1952625"/>
                </a:lnTo>
                <a:lnTo>
                  <a:pt x="10972800" y="1981200"/>
                </a:lnTo>
                <a:lnTo>
                  <a:pt x="10458450" y="1981200"/>
                </a:lnTo>
                <a:lnTo>
                  <a:pt x="10458450" y="1971675"/>
                </a:lnTo>
                <a:lnTo>
                  <a:pt x="10439400" y="1962150"/>
                </a:lnTo>
                <a:lnTo>
                  <a:pt x="10439400" y="1943100"/>
                </a:lnTo>
                <a:lnTo>
                  <a:pt x="10401300" y="1914525"/>
                </a:lnTo>
                <a:lnTo>
                  <a:pt x="10401300" y="1895475"/>
                </a:lnTo>
                <a:lnTo>
                  <a:pt x="10363200" y="1866900"/>
                </a:lnTo>
                <a:lnTo>
                  <a:pt x="10363200" y="1847850"/>
                </a:lnTo>
                <a:lnTo>
                  <a:pt x="10334625" y="1828800"/>
                </a:lnTo>
                <a:lnTo>
                  <a:pt x="10334625" y="1809750"/>
                </a:lnTo>
                <a:lnTo>
                  <a:pt x="10325100" y="1809750"/>
                </a:lnTo>
                <a:lnTo>
                  <a:pt x="10325100" y="1800225"/>
                </a:lnTo>
                <a:lnTo>
                  <a:pt x="10296525" y="1781175"/>
                </a:lnTo>
                <a:lnTo>
                  <a:pt x="10296525" y="1762125"/>
                </a:lnTo>
                <a:lnTo>
                  <a:pt x="10267950" y="1743075"/>
                </a:lnTo>
                <a:lnTo>
                  <a:pt x="10267950" y="1724025"/>
                </a:lnTo>
                <a:lnTo>
                  <a:pt x="10229850" y="1695450"/>
                </a:lnTo>
                <a:lnTo>
                  <a:pt x="10229850" y="1676400"/>
                </a:lnTo>
                <a:lnTo>
                  <a:pt x="10201275" y="1657350"/>
                </a:lnTo>
                <a:lnTo>
                  <a:pt x="10201275" y="1638300"/>
                </a:lnTo>
                <a:lnTo>
                  <a:pt x="10163175" y="1609725"/>
                </a:lnTo>
                <a:lnTo>
                  <a:pt x="10163175" y="1590675"/>
                </a:lnTo>
                <a:lnTo>
                  <a:pt x="10134600" y="1571625"/>
                </a:lnTo>
                <a:lnTo>
                  <a:pt x="10134600" y="1552575"/>
                </a:lnTo>
                <a:lnTo>
                  <a:pt x="10125075" y="1552575"/>
                </a:lnTo>
                <a:lnTo>
                  <a:pt x="10125075" y="1543050"/>
                </a:lnTo>
                <a:lnTo>
                  <a:pt x="10096500" y="1524000"/>
                </a:lnTo>
                <a:lnTo>
                  <a:pt x="10096500" y="1504950"/>
                </a:lnTo>
                <a:lnTo>
                  <a:pt x="10058400" y="1476375"/>
                </a:lnTo>
                <a:lnTo>
                  <a:pt x="10058400" y="1457325"/>
                </a:lnTo>
                <a:lnTo>
                  <a:pt x="10029825" y="1438275"/>
                </a:lnTo>
                <a:lnTo>
                  <a:pt x="10029825" y="1419225"/>
                </a:lnTo>
                <a:lnTo>
                  <a:pt x="9991725" y="1390650"/>
                </a:lnTo>
                <a:lnTo>
                  <a:pt x="9991725" y="1371600"/>
                </a:lnTo>
                <a:lnTo>
                  <a:pt x="9963150" y="1352550"/>
                </a:lnTo>
                <a:lnTo>
                  <a:pt x="9963150" y="1333500"/>
                </a:lnTo>
                <a:lnTo>
                  <a:pt x="9925050" y="1304925"/>
                </a:lnTo>
                <a:lnTo>
                  <a:pt x="9925050" y="1285875"/>
                </a:lnTo>
                <a:lnTo>
                  <a:pt x="9896475" y="1266825"/>
                </a:lnTo>
                <a:lnTo>
                  <a:pt x="9896475" y="1247775"/>
                </a:lnTo>
                <a:lnTo>
                  <a:pt x="9886950" y="1247775"/>
                </a:lnTo>
                <a:lnTo>
                  <a:pt x="9886950" y="1238250"/>
                </a:lnTo>
                <a:lnTo>
                  <a:pt x="9858375" y="1219200"/>
                </a:lnTo>
                <a:lnTo>
                  <a:pt x="9858375" y="1200150"/>
                </a:lnTo>
                <a:lnTo>
                  <a:pt x="9839325" y="1190625"/>
                </a:lnTo>
                <a:lnTo>
                  <a:pt x="9829800" y="1162050"/>
                </a:lnTo>
                <a:lnTo>
                  <a:pt x="9791700" y="1133475"/>
                </a:lnTo>
                <a:lnTo>
                  <a:pt x="9791700" y="1114425"/>
                </a:lnTo>
                <a:lnTo>
                  <a:pt x="9753600" y="1085850"/>
                </a:lnTo>
                <a:lnTo>
                  <a:pt x="9753600" y="1066800"/>
                </a:lnTo>
                <a:lnTo>
                  <a:pt x="9725025" y="1047750"/>
                </a:lnTo>
                <a:lnTo>
                  <a:pt x="9725025" y="1028700"/>
                </a:lnTo>
                <a:lnTo>
                  <a:pt x="9686925" y="1000125"/>
                </a:lnTo>
                <a:lnTo>
                  <a:pt x="9686925" y="981075"/>
                </a:lnTo>
                <a:lnTo>
                  <a:pt x="10248900" y="981075"/>
                </a:lnTo>
                <a:lnTo>
                  <a:pt x="10248900" y="971550"/>
                </a:lnTo>
                <a:lnTo>
                  <a:pt x="10296525" y="971550"/>
                </a:lnTo>
                <a:lnTo>
                  <a:pt x="10296525" y="962025"/>
                </a:lnTo>
                <a:lnTo>
                  <a:pt x="10325100" y="962025"/>
                </a:lnTo>
                <a:lnTo>
                  <a:pt x="10325100" y="952500"/>
                </a:lnTo>
                <a:lnTo>
                  <a:pt x="10372725" y="942975"/>
                </a:lnTo>
                <a:lnTo>
                  <a:pt x="10382250" y="923925"/>
                </a:lnTo>
                <a:lnTo>
                  <a:pt x="10401300" y="923925"/>
                </a:lnTo>
                <a:lnTo>
                  <a:pt x="10401300" y="914400"/>
                </a:lnTo>
                <a:lnTo>
                  <a:pt x="10458450" y="866775"/>
                </a:lnTo>
                <a:lnTo>
                  <a:pt x="10458450" y="847725"/>
                </a:lnTo>
                <a:lnTo>
                  <a:pt x="10477500" y="838200"/>
                </a:lnTo>
                <a:lnTo>
                  <a:pt x="10487025" y="790575"/>
                </a:lnTo>
                <a:lnTo>
                  <a:pt x="10496550" y="790575"/>
                </a:lnTo>
                <a:lnTo>
                  <a:pt x="10496550" y="771525"/>
                </a:lnTo>
                <a:lnTo>
                  <a:pt x="10506075" y="771525"/>
                </a:lnTo>
                <a:lnTo>
                  <a:pt x="10515600" y="647700"/>
                </a:lnTo>
                <a:lnTo>
                  <a:pt x="10506075" y="647700"/>
                </a:lnTo>
                <a:lnTo>
                  <a:pt x="10506075" y="609600"/>
                </a:lnTo>
                <a:lnTo>
                  <a:pt x="10496550" y="609600"/>
                </a:lnTo>
                <a:lnTo>
                  <a:pt x="10487025" y="552450"/>
                </a:lnTo>
                <a:lnTo>
                  <a:pt x="10467975" y="542925"/>
                </a:lnTo>
                <a:lnTo>
                  <a:pt x="10467975" y="523875"/>
                </a:lnTo>
                <a:lnTo>
                  <a:pt x="10448925" y="514350"/>
                </a:lnTo>
                <a:lnTo>
                  <a:pt x="10448925" y="495300"/>
                </a:lnTo>
                <a:lnTo>
                  <a:pt x="10439400" y="495300"/>
                </a:lnTo>
                <a:lnTo>
                  <a:pt x="10410825" y="457200"/>
                </a:lnTo>
                <a:lnTo>
                  <a:pt x="10391775" y="457200"/>
                </a:lnTo>
                <a:lnTo>
                  <a:pt x="10382250" y="438150"/>
                </a:lnTo>
                <a:lnTo>
                  <a:pt x="10363200" y="438150"/>
                </a:lnTo>
                <a:lnTo>
                  <a:pt x="10363200" y="428625"/>
                </a:lnTo>
                <a:lnTo>
                  <a:pt x="10344150" y="428625"/>
                </a:lnTo>
                <a:lnTo>
                  <a:pt x="10344150" y="419100"/>
                </a:lnTo>
                <a:lnTo>
                  <a:pt x="10325100" y="419100"/>
                </a:lnTo>
                <a:lnTo>
                  <a:pt x="10325100" y="409575"/>
                </a:lnTo>
                <a:lnTo>
                  <a:pt x="10296525" y="409575"/>
                </a:lnTo>
                <a:lnTo>
                  <a:pt x="10296525" y="400050"/>
                </a:lnTo>
                <a:lnTo>
                  <a:pt x="9563100" y="400050"/>
                </a:lnTo>
                <a:lnTo>
                  <a:pt x="9563100" y="390525"/>
                </a:lnTo>
                <a:lnTo>
                  <a:pt x="9553575" y="390525"/>
                </a:lnTo>
                <a:lnTo>
                  <a:pt x="9553575" y="1981200"/>
                </a:lnTo>
                <a:lnTo>
                  <a:pt x="9115425" y="19812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2" name="line#111"/>
          <p:cNvSpPr>
            <a:spLocks noGrp="1"/>
          </p:cNvSpPr>
          <p:nvPr/>
        </p:nvSpPr>
        <p:spPr>
          <a:xfrm>
            <a:off x="2618727" y="19670107"/>
            <a:ext cx="44945902" cy="26726"/>
          </a:xfrm>
          <a:custGeom>
            <a:avLst/>
            <a:gdLst/>
            <a:ahLst/>
            <a:cxnLst/>
            <a:rect l="0" t="0" r="0" b="0"/>
            <a:pathLst>
              <a:path w="16021050" h="9525">
                <a:moveTo>
                  <a:pt x="0" y="0"/>
                </a:moveTo>
                <a:lnTo>
                  <a:pt x="16021050" y="0"/>
                </a:lnTo>
              </a:path>
            </a:pathLst>
          </a:custGeom>
          <a:noFill/>
          <a:ln w="21381">
            <a:solidFill>
              <a:srgbClr val="33383C"/>
            </a:solidFill>
          </a:ln>
        </p:spPr>
      </p:sp>
      <p:sp>
        <p:nvSpPr>
          <p:cNvPr id="113" name="official-footer-left#112"/>
          <p:cNvSpPr>
            <a:spLocks noGrp="1"/>
          </p:cNvSpPr>
          <p:nvPr/>
        </p:nvSpPr>
        <p:spPr>
          <a:xfrm>
            <a:off x="2618727" y="19910638"/>
            <a:ext cx="17369106" cy="748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210" b="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Anker 首届黑客松挑战赛</a:t>
            </a:r>
            <a:endParaRPr sz="4210" b="0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114" name="official-footer-right#113"/>
          <p:cNvSpPr>
            <a:spLocks noGrp="1"/>
          </p:cNvSpPr>
          <p:nvPr/>
        </p:nvSpPr>
        <p:spPr>
          <a:xfrm>
            <a:off x="33669344" y="19910638"/>
            <a:ext cx="13895285" cy="748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r">
              <a:lnSpc>
                <a:spcPct val="113000"/>
              </a:lnSpc>
              <a:buNone/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让创造发生·让世界看见</a:t>
            </a:r>
            <a:endParaRPr sz="4210" b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6" name="registration-team#2"/>
          <p:cNvSpPr>
            <a:spLocks noGrp="1"/>
          </p:cNvSpPr>
          <p:nvPr/>
        </p:nvSpPr>
        <p:spPr>
          <a:xfrm>
            <a:off x="2511840" y="18253645"/>
            <a:ext cx="28859438" cy="9086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050" b="0">
                <a:solidFill>
                  <a:srgbClr val="C6CB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5050" b="0">
                <a:solidFill>
                  <a:srgbClr val="C6CB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5050" b="0">
                <a:solidFill>
                  <a:srgbClr val="C6CB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队伍名称：OntoCare 本体队</a:t>
            </a:r>
            <a:endParaRPr sz="5050" b="0">
              <a:solidFill>
                <a:srgbClr val="C6CBD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图片 182" descr="截屏2026-10-17 13.56.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" y="-1054735"/>
            <a:ext cx="47391320" cy="22957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图片 232" descr="截屏2026-10-17 13.59.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-56515"/>
            <a:ext cx="49619535" cy="22150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图片 241" descr="截屏2026-10-17 13.57.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35" y="-46990"/>
            <a:ext cx="48447325" cy="219919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图片 238" descr="截屏2026-10-17 13.58.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975" y="97790"/>
            <a:ext cx="48869600" cy="21849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图片 250" descr="截屏2026-10-17 13.58.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70" y="-118745"/>
            <a:ext cx="47858045" cy="21880830"/>
          </a:xfrm>
          <a:prstGeom prst="rect">
            <a:avLst/>
          </a:prstGeom>
        </p:spPr>
      </p:pic>
      <p:pic>
        <p:nvPicPr>
          <p:cNvPr id="2" name="图片 1" descr="截屏2026-10-17 13.58.33"/>
          <p:cNvPicPr>
            <a:picLocks noChangeAspect="1"/>
          </p:cNvPicPr>
          <p:nvPr/>
        </p:nvPicPr>
        <p:blipFill>
          <a:blip r:embed="rId1"/>
          <a:srcRect l="49611" t="11729" r="32186" b="79659"/>
          <a:stretch>
            <a:fillRect/>
          </a:stretch>
        </p:blipFill>
        <p:spPr>
          <a:xfrm>
            <a:off x="23079075" y="17811750"/>
            <a:ext cx="7345045" cy="1440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" name="ANKER-original-editable-vector"/>
          <p:cNvSpPr>
            <a:spLocks noGrp="1"/>
          </p:cNvSpPr>
          <p:nvPr/>
        </p:nvSpPr>
        <p:spPr>
          <a:xfrm>
            <a:off x="801651" y="801771"/>
            <a:ext cx="4409081" cy="796203"/>
          </a:xfrm>
          <a:custGeom>
            <a:avLst/>
            <a:gdLst/>
            <a:ahLst/>
            <a:cxnLst/>
            <a:pathLst>
              <a:path w="10972800" h="1981200">
                <a:moveTo>
                  <a:pt x="914400" y="0"/>
                </a:moveTo>
                <a:lnTo>
                  <a:pt x="1295400" y="0"/>
                </a:lnTo>
                <a:lnTo>
                  <a:pt x="1295400" y="9525"/>
                </a:lnTo>
                <a:lnTo>
                  <a:pt x="1304925" y="9525"/>
                </a:lnTo>
                <a:lnTo>
                  <a:pt x="1314450" y="57150"/>
                </a:lnTo>
                <a:lnTo>
                  <a:pt x="1323975" y="57150"/>
                </a:lnTo>
                <a:lnTo>
                  <a:pt x="1323975" y="76200"/>
                </a:lnTo>
                <a:lnTo>
                  <a:pt x="1333500" y="76200"/>
                </a:lnTo>
                <a:lnTo>
                  <a:pt x="1333500" y="95250"/>
                </a:lnTo>
                <a:lnTo>
                  <a:pt x="1343025" y="95250"/>
                </a:lnTo>
                <a:lnTo>
                  <a:pt x="1343025" y="114300"/>
                </a:lnTo>
                <a:lnTo>
                  <a:pt x="1352550" y="114300"/>
                </a:lnTo>
                <a:lnTo>
                  <a:pt x="1371600" y="171450"/>
                </a:lnTo>
                <a:lnTo>
                  <a:pt x="1381125" y="171450"/>
                </a:lnTo>
                <a:lnTo>
                  <a:pt x="1381125" y="200025"/>
                </a:lnTo>
                <a:lnTo>
                  <a:pt x="1390650" y="200025"/>
                </a:lnTo>
                <a:lnTo>
                  <a:pt x="1390650" y="219075"/>
                </a:lnTo>
                <a:lnTo>
                  <a:pt x="1400175" y="219075"/>
                </a:lnTo>
                <a:lnTo>
                  <a:pt x="1400175" y="238125"/>
                </a:lnTo>
                <a:lnTo>
                  <a:pt x="1409700" y="238125"/>
                </a:lnTo>
                <a:lnTo>
                  <a:pt x="1409700" y="257175"/>
                </a:lnTo>
                <a:lnTo>
                  <a:pt x="1419225" y="257175"/>
                </a:lnTo>
                <a:lnTo>
                  <a:pt x="1438275" y="314325"/>
                </a:lnTo>
                <a:lnTo>
                  <a:pt x="1447800" y="314325"/>
                </a:lnTo>
                <a:lnTo>
                  <a:pt x="1447800" y="342900"/>
                </a:lnTo>
                <a:lnTo>
                  <a:pt x="1457325" y="342900"/>
                </a:lnTo>
                <a:lnTo>
                  <a:pt x="1457325" y="361950"/>
                </a:lnTo>
                <a:lnTo>
                  <a:pt x="1466850" y="361950"/>
                </a:lnTo>
                <a:lnTo>
                  <a:pt x="1466850" y="381000"/>
                </a:lnTo>
                <a:lnTo>
                  <a:pt x="1476375" y="381000"/>
                </a:lnTo>
                <a:lnTo>
                  <a:pt x="1476375" y="400050"/>
                </a:lnTo>
                <a:lnTo>
                  <a:pt x="1485900" y="400050"/>
                </a:lnTo>
                <a:lnTo>
                  <a:pt x="1485900" y="419100"/>
                </a:lnTo>
                <a:lnTo>
                  <a:pt x="1495425" y="419100"/>
                </a:lnTo>
                <a:lnTo>
                  <a:pt x="1495425" y="438150"/>
                </a:lnTo>
                <a:lnTo>
                  <a:pt x="1504950" y="438150"/>
                </a:lnTo>
                <a:lnTo>
                  <a:pt x="1504950" y="457200"/>
                </a:lnTo>
                <a:lnTo>
                  <a:pt x="1514475" y="457200"/>
                </a:lnTo>
                <a:lnTo>
                  <a:pt x="1514475" y="485775"/>
                </a:lnTo>
                <a:lnTo>
                  <a:pt x="1524000" y="485775"/>
                </a:lnTo>
                <a:lnTo>
                  <a:pt x="1524000" y="504825"/>
                </a:lnTo>
                <a:lnTo>
                  <a:pt x="1533525" y="504825"/>
                </a:lnTo>
                <a:lnTo>
                  <a:pt x="1533525" y="523875"/>
                </a:lnTo>
                <a:lnTo>
                  <a:pt x="1543050" y="523875"/>
                </a:lnTo>
                <a:lnTo>
                  <a:pt x="1543050" y="542925"/>
                </a:lnTo>
                <a:lnTo>
                  <a:pt x="1552575" y="542925"/>
                </a:lnTo>
                <a:lnTo>
                  <a:pt x="1552575" y="561975"/>
                </a:lnTo>
                <a:lnTo>
                  <a:pt x="1562100" y="561975"/>
                </a:lnTo>
                <a:lnTo>
                  <a:pt x="1562100" y="581025"/>
                </a:lnTo>
                <a:lnTo>
                  <a:pt x="1571625" y="581025"/>
                </a:lnTo>
                <a:lnTo>
                  <a:pt x="1571625" y="609600"/>
                </a:lnTo>
                <a:lnTo>
                  <a:pt x="1581150" y="609600"/>
                </a:lnTo>
                <a:lnTo>
                  <a:pt x="1581150" y="628650"/>
                </a:lnTo>
                <a:lnTo>
                  <a:pt x="1590675" y="628650"/>
                </a:lnTo>
                <a:lnTo>
                  <a:pt x="1590675" y="647700"/>
                </a:lnTo>
                <a:lnTo>
                  <a:pt x="1600200" y="647700"/>
                </a:lnTo>
                <a:lnTo>
                  <a:pt x="1600200" y="666750"/>
                </a:lnTo>
                <a:lnTo>
                  <a:pt x="1609725" y="666750"/>
                </a:lnTo>
                <a:lnTo>
                  <a:pt x="1609725" y="685800"/>
                </a:lnTo>
                <a:lnTo>
                  <a:pt x="1619250" y="685800"/>
                </a:lnTo>
                <a:lnTo>
                  <a:pt x="1619250" y="704850"/>
                </a:lnTo>
                <a:lnTo>
                  <a:pt x="1628775" y="704850"/>
                </a:lnTo>
                <a:lnTo>
                  <a:pt x="1628775" y="723900"/>
                </a:lnTo>
                <a:lnTo>
                  <a:pt x="1638300" y="723900"/>
                </a:lnTo>
                <a:lnTo>
                  <a:pt x="1638300" y="752475"/>
                </a:lnTo>
                <a:lnTo>
                  <a:pt x="1647825" y="752475"/>
                </a:lnTo>
                <a:lnTo>
                  <a:pt x="1647825" y="771525"/>
                </a:lnTo>
                <a:lnTo>
                  <a:pt x="1657350" y="771525"/>
                </a:lnTo>
                <a:lnTo>
                  <a:pt x="1657350" y="790575"/>
                </a:lnTo>
                <a:lnTo>
                  <a:pt x="1666875" y="790575"/>
                </a:lnTo>
                <a:lnTo>
                  <a:pt x="1666875" y="809625"/>
                </a:lnTo>
                <a:lnTo>
                  <a:pt x="1676400" y="809625"/>
                </a:lnTo>
                <a:lnTo>
                  <a:pt x="1676400" y="828675"/>
                </a:lnTo>
                <a:lnTo>
                  <a:pt x="1685925" y="828675"/>
                </a:lnTo>
                <a:lnTo>
                  <a:pt x="1685925" y="847725"/>
                </a:lnTo>
                <a:lnTo>
                  <a:pt x="1695450" y="847725"/>
                </a:lnTo>
                <a:lnTo>
                  <a:pt x="1695450" y="866775"/>
                </a:lnTo>
                <a:lnTo>
                  <a:pt x="1704975" y="866775"/>
                </a:lnTo>
                <a:lnTo>
                  <a:pt x="1704975" y="895350"/>
                </a:lnTo>
                <a:lnTo>
                  <a:pt x="1714500" y="895350"/>
                </a:lnTo>
                <a:lnTo>
                  <a:pt x="1714500" y="914400"/>
                </a:lnTo>
                <a:lnTo>
                  <a:pt x="1724025" y="914400"/>
                </a:lnTo>
                <a:lnTo>
                  <a:pt x="1724025" y="933450"/>
                </a:lnTo>
                <a:lnTo>
                  <a:pt x="1733550" y="933450"/>
                </a:lnTo>
                <a:lnTo>
                  <a:pt x="1733550" y="952500"/>
                </a:lnTo>
                <a:lnTo>
                  <a:pt x="1743075" y="952500"/>
                </a:lnTo>
                <a:lnTo>
                  <a:pt x="1743075" y="971550"/>
                </a:lnTo>
                <a:lnTo>
                  <a:pt x="1752600" y="971550"/>
                </a:lnTo>
                <a:lnTo>
                  <a:pt x="1752600" y="990600"/>
                </a:lnTo>
                <a:lnTo>
                  <a:pt x="1762125" y="990600"/>
                </a:lnTo>
                <a:lnTo>
                  <a:pt x="1762125" y="1019175"/>
                </a:lnTo>
                <a:lnTo>
                  <a:pt x="1771650" y="1019175"/>
                </a:lnTo>
                <a:lnTo>
                  <a:pt x="1771650" y="1038225"/>
                </a:lnTo>
                <a:lnTo>
                  <a:pt x="1781175" y="1038225"/>
                </a:lnTo>
                <a:lnTo>
                  <a:pt x="1781175" y="1057275"/>
                </a:lnTo>
                <a:lnTo>
                  <a:pt x="1790700" y="1057275"/>
                </a:lnTo>
                <a:lnTo>
                  <a:pt x="1790700" y="1076325"/>
                </a:lnTo>
                <a:lnTo>
                  <a:pt x="1800225" y="1076325"/>
                </a:lnTo>
                <a:lnTo>
                  <a:pt x="1800225" y="1095375"/>
                </a:lnTo>
                <a:lnTo>
                  <a:pt x="1809750" y="1095375"/>
                </a:lnTo>
                <a:lnTo>
                  <a:pt x="1809750" y="1114425"/>
                </a:lnTo>
                <a:lnTo>
                  <a:pt x="1819275" y="1114425"/>
                </a:lnTo>
                <a:lnTo>
                  <a:pt x="1819275" y="1133475"/>
                </a:lnTo>
                <a:lnTo>
                  <a:pt x="1828800" y="1133475"/>
                </a:lnTo>
                <a:lnTo>
                  <a:pt x="1828800" y="1162050"/>
                </a:lnTo>
                <a:lnTo>
                  <a:pt x="1838325" y="1162050"/>
                </a:lnTo>
                <a:lnTo>
                  <a:pt x="1838325" y="1181100"/>
                </a:lnTo>
                <a:lnTo>
                  <a:pt x="1847850" y="1181100"/>
                </a:lnTo>
                <a:lnTo>
                  <a:pt x="1847850" y="1200150"/>
                </a:lnTo>
                <a:lnTo>
                  <a:pt x="1857375" y="1200150"/>
                </a:lnTo>
                <a:lnTo>
                  <a:pt x="1857375" y="1219200"/>
                </a:lnTo>
                <a:lnTo>
                  <a:pt x="1866900" y="1219200"/>
                </a:lnTo>
                <a:lnTo>
                  <a:pt x="1866900" y="1238250"/>
                </a:lnTo>
                <a:lnTo>
                  <a:pt x="1876425" y="1238250"/>
                </a:lnTo>
                <a:lnTo>
                  <a:pt x="1876425" y="1257300"/>
                </a:lnTo>
                <a:lnTo>
                  <a:pt x="1885950" y="1257300"/>
                </a:lnTo>
                <a:lnTo>
                  <a:pt x="1885950" y="1276350"/>
                </a:lnTo>
                <a:lnTo>
                  <a:pt x="1895475" y="1276350"/>
                </a:lnTo>
                <a:lnTo>
                  <a:pt x="1895475" y="1304925"/>
                </a:lnTo>
                <a:lnTo>
                  <a:pt x="1905000" y="1304925"/>
                </a:lnTo>
                <a:lnTo>
                  <a:pt x="1905000" y="1323975"/>
                </a:lnTo>
                <a:lnTo>
                  <a:pt x="1914525" y="1323975"/>
                </a:lnTo>
                <a:lnTo>
                  <a:pt x="1914525" y="1343025"/>
                </a:lnTo>
                <a:lnTo>
                  <a:pt x="1924050" y="1343025"/>
                </a:lnTo>
                <a:lnTo>
                  <a:pt x="1924050" y="1362075"/>
                </a:lnTo>
                <a:lnTo>
                  <a:pt x="1933575" y="1362075"/>
                </a:lnTo>
                <a:lnTo>
                  <a:pt x="1933575" y="1381125"/>
                </a:lnTo>
                <a:lnTo>
                  <a:pt x="1943100" y="1381125"/>
                </a:lnTo>
                <a:lnTo>
                  <a:pt x="1943100" y="1400175"/>
                </a:lnTo>
                <a:lnTo>
                  <a:pt x="1952625" y="1400175"/>
                </a:lnTo>
                <a:lnTo>
                  <a:pt x="1952625" y="1419225"/>
                </a:lnTo>
                <a:lnTo>
                  <a:pt x="1962150" y="1419225"/>
                </a:lnTo>
                <a:lnTo>
                  <a:pt x="1962150" y="1447800"/>
                </a:lnTo>
                <a:lnTo>
                  <a:pt x="1971675" y="1447800"/>
                </a:lnTo>
                <a:lnTo>
                  <a:pt x="1971675" y="1466850"/>
                </a:lnTo>
                <a:lnTo>
                  <a:pt x="1981200" y="1466850"/>
                </a:lnTo>
                <a:lnTo>
                  <a:pt x="1981200" y="1485900"/>
                </a:lnTo>
                <a:lnTo>
                  <a:pt x="1990725" y="1485900"/>
                </a:lnTo>
                <a:lnTo>
                  <a:pt x="1990725" y="1504950"/>
                </a:lnTo>
                <a:lnTo>
                  <a:pt x="2000250" y="1504950"/>
                </a:lnTo>
                <a:lnTo>
                  <a:pt x="2000250" y="1524000"/>
                </a:lnTo>
                <a:lnTo>
                  <a:pt x="2009775" y="1524000"/>
                </a:lnTo>
                <a:lnTo>
                  <a:pt x="2009775" y="1543050"/>
                </a:lnTo>
                <a:lnTo>
                  <a:pt x="2019300" y="1543050"/>
                </a:lnTo>
                <a:lnTo>
                  <a:pt x="2019300" y="1562100"/>
                </a:lnTo>
                <a:lnTo>
                  <a:pt x="2028825" y="1562100"/>
                </a:lnTo>
                <a:lnTo>
                  <a:pt x="2028825" y="1590675"/>
                </a:lnTo>
                <a:lnTo>
                  <a:pt x="2038350" y="1590675"/>
                </a:lnTo>
                <a:lnTo>
                  <a:pt x="2038350" y="1609725"/>
                </a:lnTo>
                <a:lnTo>
                  <a:pt x="2047875" y="1609725"/>
                </a:lnTo>
                <a:lnTo>
                  <a:pt x="2047875" y="1628775"/>
                </a:lnTo>
                <a:lnTo>
                  <a:pt x="2057400" y="1628775"/>
                </a:lnTo>
                <a:lnTo>
                  <a:pt x="2057400" y="1647825"/>
                </a:lnTo>
                <a:lnTo>
                  <a:pt x="2066925" y="1647825"/>
                </a:lnTo>
                <a:lnTo>
                  <a:pt x="2066925" y="1666875"/>
                </a:lnTo>
                <a:lnTo>
                  <a:pt x="2076450" y="1666875"/>
                </a:lnTo>
                <a:lnTo>
                  <a:pt x="2076450" y="1685925"/>
                </a:lnTo>
                <a:lnTo>
                  <a:pt x="2085975" y="1685925"/>
                </a:lnTo>
                <a:lnTo>
                  <a:pt x="2085975" y="1714500"/>
                </a:lnTo>
                <a:lnTo>
                  <a:pt x="2095500" y="1714500"/>
                </a:lnTo>
                <a:lnTo>
                  <a:pt x="2095500" y="1733550"/>
                </a:lnTo>
                <a:lnTo>
                  <a:pt x="2105025" y="1733550"/>
                </a:lnTo>
                <a:lnTo>
                  <a:pt x="2105025" y="1752600"/>
                </a:lnTo>
                <a:lnTo>
                  <a:pt x="2114550" y="1752600"/>
                </a:lnTo>
                <a:lnTo>
                  <a:pt x="2114550" y="1771650"/>
                </a:lnTo>
                <a:lnTo>
                  <a:pt x="2124075" y="1771650"/>
                </a:lnTo>
                <a:lnTo>
                  <a:pt x="2124075" y="1790700"/>
                </a:lnTo>
                <a:lnTo>
                  <a:pt x="2133600" y="1790700"/>
                </a:lnTo>
                <a:lnTo>
                  <a:pt x="2133600" y="1809750"/>
                </a:lnTo>
                <a:lnTo>
                  <a:pt x="2143125" y="1809750"/>
                </a:lnTo>
                <a:lnTo>
                  <a:pt x="2143125" y="1828800"/>
                </a:lnTo>
                <a:lnTo>
                  <a:pt x="2152650" y="1828800"/>
                </a:lnTo>
                <a:lnTo>
                  <a:pt x="2152650" y="1847850"/>
                </a:lnTo>
                <a:lnTo>
                  <a:pt x="2162175" y="1847850"/>
                </a:lnTo>
                <a:lnTo>
                  <a:pt x="2162175" y="1876425"/>
                </a:lnTo>
                <a:lnTo>
                  <a:pt x="2171700" y="1876425"/>
                </a:lnTo>
                <a:lnTo>
                  <a:pt x="2171700" y="1895475"/>
                </a:lnTo>
                <a:lnTo>
                  <a:pt x="2181225" y="1895475"/>
                </a:lnTo>
                <a:lnTo>
                  <a:pt x="2181225" y="1914525"/>
                </a:lnTo>
                <a:lnTo>
                  <a:pt x="2190750" y="1914525"/>
                </a:lnTo>
                <a:lnTo>
                  <a:pt x="2190750" y="1933575"/>
                </a:lnTo>
                <a:lnTo>
                  <a:pt x="2200275" y="1933575"/>
                </a:lnTo>
                <a:lnTo>
                  <a:pt x="2200275" y="1952625"/>
                </a:lnTo>
                <a:lnTo>
                  <a:pt x="2209800" y="1952625"/>
                </a:lnTo>
                <a:lnTo>
                  <a:pt x="2219325" y="1981200"/>
                </a:lnTo>
                <a:lnTo>
                  <a:pt x="1733550" y="1981200"/>
                </a:lnTo>
                <a:lnTo>
                  <a:pt x="1733550" y="1962150"/>
                </a:lnTo>
                <a:lnTo>
                  <a:pt x="1724025" y="1962150"/>
                </a:lnTo>
                <a:lnTo>
                  <a:pt x="1724025" y="1943100"/>
                </a:lnTo>
                <a:lnTo>
                  <a:pt x="1714500" y="1943100"/>
                </a:lnTo>
                <a:lnTo>
                  <a:pt x="1714500" y="1914525"/>
                </a:lnTo>
                <a:lnTo>
                  <a:pt x="1704975" y="1914525"/>
                </a:lnTo>
                <a:lnTo>
                  <a:pt x="1704975" y="1895475"/>
                </a:lnTo>
                <a:lnTo>
                  <a:pt x="1695450" y="1895475"/>
                </a:lnTo>
                <a:lnTo>
                  <a:pt x="1695450" y="1876425"/>
                </a:lnTo>
                <a:lnTo>
                  <a:pt x="1685925" y="1876425"/>
                </a:lnTo>
                <a:lnTo>
                  <a:pt x="1685925" y="1857375"/>
                </a:lnTo>
                <a:lnTo>
                  <a:pt x="1676400" y="1857375"/>
                </a:lnTo>
                <a:lnTo>
                  <a:pt x="1676400" y="1838325"/>
                </a:lnTo>
                <a:lnTo>
                  <a:pt x="1666875" y="1838325"/>
                </a:lnTo>
                <a:lnTo>
                  <a:pt x="1666875" y="1819275"/>
                </a:lnTo>
                <a:lnTo>
                  <a:pt x="1657350" y="1819275"/>
                </a:lnTo>
                <a:lnTo>
                  <a:pt x="1657350" y="1800225"/>
                </a:lnTo>
                <a:lnTo>
                  <a:pt x="1647825" y="1800225"/>
                </a:lnTo>
                <a:lnTo>
                  <a:pt x="1647825" y="1771650"/>
                </a:lnTo>
                <a:lnTo>
                  <a:pt x="1638300" y="1771650"/>
                </a:lnTo>
                <a:lnTo>
                  <a:pt x="1638300" y="1752600"/>
                </a:lnTo>
                <a:lnTo>
                  <a:pt x="1628775" y="1752600"/>
                </a:lnTo>
                <a:lnTo>
                  <a:pt x="1628775" y="1733550"/>
                </a:lnTo>
                <a:lnTo>
                  <a:pt x="1619250" y="1733550"/>
                </a:lnTo>
                <a:lnTo>
                  <a:pt x="1619250" y="1714500"/>
                </a:lnTo>
                <a:lnTo>
                  <a:pt x="1609725" y="1714500"/>
                </a:lnTo>
                <a:lnTo>
                  <a:pt x="1609725" y="1695450"/>
                </a:lnTo>
                <a:lnTo>
                  <a:pt x="1600200" y="1695450"/>
                </a:lnTo>
                <a:lnTo>
                  <a:pt x="1600200" y="1676400"/>
                </a:lnTo>
                <a:lnTo>
                  <a:pt x="1590675" y="1676400"/>
                </a:lnTo>
                <a:lnTo>
                  <a:pt x="1590675" y="1647825"/>
                </a:lnTo>
                <a:lnTo>
                  <a:pt x="1581150" y="1647825"/>
                </a:lnTo>
                <a:lnTo>
                  <a:pt x="1581150" y="1628775"/>
                </a:lnTo>
                <a:lnTo>
                  <a:pt x="1571625" y="1628775"/>
                </a:lnTo>
                <a:lnTo>
                  <a:pt x="1571625" y="1609725"/>
                </a:lnTo>
                <a:lnTo>
                  <a:pt x="1562100" y="1609725"/>
                </a:lnTo>
                <a:lnTo>
                  <a:pt x="1562100" y="1590675"/>
                </a:lnTo>
                <a:lnTo>
                  <a:pt x="1552575" y="1590675"/>
                </a:lnTo>
                <a:lnTo>
                  <a:pt x="1552575" y="1571625"/>
                </a:lnTo>
                <a:lnTo>
                  <a:pt x="1543050" y="1571625"/>
                </a:lnTo>
                <a:lnTo>
                  <a:pt x="1543050" y="1552575"/>
                </a:lnTo>
                <a:lnTo>
                  <a:pt x="1533525" y="1552575"/>
                </a:lnTo>
                <a:lnTo>
                  <a:pt x="1533525" y="1533525"/>
                </a:lnTo>
                <a:lnTo>
                  <a:pt x="1524000" y="1533525"/>
                </a:lnTo>
                <a:lnTo>
                  <a:pt x="1524000" y="1504950"/>
                </a:lnTo>
                <a:lnTo>
                  <a:pt x="1514475" y="1504950"/>
                </a:lnTo>
                <a:lnTo>
                  <a:pt x="1514475" y="1485900"/>
                </a:lnTo>
                <a:lnTo>
                  <a:pt x="1504950" y="1485900"/>
                </a:lnTo>
                <a:lnTo>
                  <a:pt x="1504950" y="1466850"/>
                </a:lnTo>
                <a:lnTo>
                  <a:pt x="1495425" y="1466850"/>
                </a:lnTo>
                <a:lnTo>
                  <a:pt x="1495425" y="1447800"/>
                </a:lnTo>
                <a:lnTo>
                  <a:pt x="1485900" y="1447800"/>
                </a:lnTo>
                <a:lnTo>
                  <a:pt x="1485900" y="1428750"/>
                </a:lnTo>
                <a:lnTo>
                  <a:pt x="1476375" y="1428750"/>
                </a:lnTo>
                <a:lnTo>
                  <a:pt x="1476375" y="1409700"/>
                </a:lnTo>
                <a:lnTo>
                  <a:pt x="1466850" y="1409700"/>
                </a:lnTo>
                <a:lnTo>
                  <a:pt x="1466850" y="1390650"/>
                </a:lnTo>
                <a:lnTo>
                  <a:pt x="1457325" y="1390650"/>
                </a:lnTo>
                <a:lnTo>
                  <a:pt x="1457325" y="1362075"/>
                </a:lnTo>
                <a:lnTo>
                  <a:pt x="1447800" y="1362075"/>
                </a:lnTo>
                <a:lnTo>
                  <a:pt x="1447800" y="1343025"/>
                </a:lnTo>
                <a:lnTo>
                  <a:pt x="1438275" y="1343025"/>
                </a:lnTo>
                <a:lnTo>
                  <a:pt x="1438275" y="1323975"/>
                </a:lnTo>
                <a:lnTo>
                  <a:pt x="1428750" y="1323975"/>
                </a:lnTo>
                <a:lnTo>
                  <a:pt x="1428750" y="1304925"/>
                </a:lnTo>
                <a:lnTo>
                  <a:pt x="1419225" y="1304925"/>
                </a:lnTo>
                <a:lnTo>
                  <a:pt x="1419225" y="1285875"/>
                </a:lnTo>
                <a:lnTo>
                  <a:pt x="1409700" y="1285875"/>
                </a:lnTo>
                <a:lnTo>
                  <a:pt x="1409700" y="1266825"/>
                </a:lnTo>
                <a:lnTo>
                  <a:pt x="1400175" y="1266825"/>
                </a:lnTo>
                <a:lnTo>
                  <a:pt x="1400175" y="1247775"/>
                </a:lnTo>
                <a:lnTo>
                  <a:pt x="1390650" y="1247775"/>
                </a:lnTo>
                <a:lnTo>
                  <a:pt x="1390650" y="1219200"/>
                </a:lnTo>
                <a:lnTo>
                  <a:pt x="1381125" y="1219200"/>
                </a:lnTo>
                <a:lnTo>
                  <a:pt x="1381125" y="1200150"/>
                </a:lnTo>
                <a:lnTo>
                  <a:pt x="1371600" y="1200150"/>
                </a:lnTo>
                <a:lnTo>
                  <a:pt x="1371600" y="1181100"/>
                </a:lnTo>
                <a:lnTo>
                  <a:pt x="1362075" y="1181100"/>
                </a:lnTo>
                <a:lnTo>
                  <a:pt x="1362075" y="1162050"/>
                </a:lnTo>
                <a:lnTo>
                  <a:pt x="1352550" y="1162050"/>
                </a:lnTo>
                <a:lnTo>
                  <a:pt x="1352550" y="1143000"/>
                </a:lnTo>
                <a:lnTo>
                  <a:pt x="1343025" y="1143000"/>
                </a:lnTo>
                <a:lnTo>
                  <a:pt x="1343025" y="1123950"/>
                </a:lnTo>
                <a:lnTo>
                  <a:pt x="1333500" y="1123950"/>
                </a:lnTo>
                <a:lnTo>
                  <a:pt x="1333500" y="1104900"/>
                </a:lnTo>
                <a:lnTo>
                  <a:pt x="1323975" y="1104900"/>
                </a:lnTo>
                <a:lnTo>
                  <a:pt x="1323975" y="1076325"/>
                </a:lnTo>
                <a:lnTo>
                  <a:pt x="1314450" y="1076325"/>
                </a:lnTo>
                <a:lnTo>
                  <a:pt x="1314450" y="1057275"/>
                </a:lnTo>
                <a:lnTo>
                  <a:pt x="1304925" y="1057275"/>
                </a:lnTo>
                <a:lnTo>
                  <a:pt x="1304925" y="1038225"/>
                </a:lnTo>
                <a:lnTo>
                  <a:pt x="1295400" y="1038225"/>
                </a:lnTo>
                <a:lnTo>
                  <a:pt x="1295400" y="1019175"/>
                </a:lnTo>
                <a:lnTo>
                  <a:pt x="1285875" y="1019175"/>
                </a:lnTo>
                <a:lnTo>
                  <a:pt x="1285875" y="1000125"/>
                </a:lnTo>
                <a:lnTo>
                  <a:pt x="1276350" y="1000125"/>
                </a:lnTo>
                <a:lnTo>
                  <a:pt x="1276350" y="981075"/>
                </a:lnTo>
                <a:lnTo>
                  <a:pt x="1266825" y="981075"/>
                </a:lnTo>
                <a:lnTo>
                  <a:pt x="1266825" y="952500"/>
                </a:lnTo>
                <a:lnTo>
                  <a:pt x="1257300" y="952500"/>
                </a:lnTo>
                <a:lnTo>
                  <a:pt x="1257300" y="933450"/>
                </a:lnTo>
                <a:lnTo>
                  <a:pt x="1247775" y="933450"/>
                </a:lnTo>
                <a:lnTo>
                  <a:pt x="1247775" y="914400"/>
                </a:lnTo>
                <a:lnTo>
                  <a:pt x="1238250" y="914400"/>
                </a:lnTo>
                <a:lnTo>
                  <a:pt x="1238250" y="895350"/>
                </a:lnTo>
                <a:lnTo>
                  <a:pt x="1228725" y="895350"/>
                </a:lnTo>
                <a:lnTo>
                  <a:pt x="1228725" y="876300"/>
                </a:lnTo>
                <a:lnTo>
                  <a:pt x="1219200" y="876300"/>
                </a:lnTo>
                <a:lnTo>
                  <a:pt x="1219200" y="857250"/>
                </a:lnTo>
                <a:lnTo>
                  <a:pt x="1209675" y="857250"/>
                </a:lnTo>
                <a:lnTo>
                  <a:pt x="1209675" y="838200"/>
                </a:lnTo>
                <a:lnTo>
                  <a:pt x="1200150" y="838200"/>
                </a:lnTo>
                <a:lnTo>
                  <a:pt x="1200150" y="809625"/>
                </a:lnTo>
                <a:lnTo>
                  <a:pt x="1190625" y="809625"/>
                </a:lnTo>
                <a:lnTo>
                  <a:pt x="1190625" y="790575"/>
                </a:lnTo>
                <a:lnTo>
                  <a:pt x="1181100" y="790575"/>
                </a:lnTo>
                <a:lnTo>
                  <a:pt x="1171575" y="762000"/>
                </a:lnTo>
                <a:lnTo>
                  <a:pt x="1162050" y="733425"/>
                </a:lnTo>
                <a:lnTo>
                  <a:pt x="1152525" y="733425"/>
                </a:lnTo>
                <a:lnTo>
                  <a:pt x="1152525" y="714375"/>
                </a:lnTo>
                <a:lnTo>
                  <a:pt x="1143000" y="714375"/>
                </a:lnTo>
                <a:lnTo>
                  <a:pt x="1143000" y="695325"/>
                </a:lnTo>
                <a:lnTo>
                  <a:pt x="1133475" y="695325"/>
                </a:lnTo>
                <a:lnTo>
                  <a:pt x="1133475" y="666750"/>
                </a:lnTo>
                <a:lnTo>
                  <a:pt x="1123950" y="666750"/>
                </a:lnTo>
                <a:lnTo>
                  <a:pt x="1123950" y="647700"/>
                </a:lnTo>
                <a:lnTo>
                  <a:pt x="1114425" y="647700"/>
                </a:lnTo>
                <a:lnTo>
                  <a:pt x="1114425" y="628650"/>
                </a:lnTo>
                <a:lnTo>
                  <a:pt x="1104900" y="628650"/>
                </a:lnTo>
                <a:lnTo>
                  <a:pt x="1095375" y="657225"/>
                </a:lnTo>
                <a:lnTo>
                  <a:pt x="1085850" y="657225"/>
                </a:lnTo>
                <a:lnTo>
                  <a:pt x="1085850" y="676275"/>
                </a:lnTo>
                <a:lnTo>
                  <a:pt x="1076325" y="676275"/>
                </a:lnTo>
                <a:lnTo>
                  <a:pt x="1076325" y="695325"/>
                </a:lnTo>
                <a:lnTo>
                  <a:pt x="1066800" y="695325"/>
                </a:lnTo>
                <a:lnTo>
                  <a:pt x="1066800" y="723900"/>
                </a:lnTo>
                <a:lnTo>
                  <a:pt x="1057275" y="723900"/>
                </a:lnTo>
                <a:lnTo>
                  <a:pt x="1057275" y="742950"/>
                </a:lnTo>
                <a:lnTo>
                  <a:pt x="1047750" y="742950"/>
                </a:lnTo>
                <a:lnTo>
                  <a:pt x="1047750" y="762000"/>
                </a:lnTo>
                <a:lnTo>
                  <a:pt x="1038225" y="762000"/>
                </a:lnTo>
                <a:lnTo>
                  <a:pt x="1038225" y="781050"/>
                </a:lnTo>
                <a:lnTo>
                  <a:pt x="1028700" y="781050"/>
                </a:lnTo>
                <a:lnTo>
                  <a:pt x="1028700" y="800100"/>
                </a:lnTo>
                <a:lnTo>
                  <a:pt x="1019175" y="800100"/>
                </a:lnTo>
                <a:lnTo>
                  <a:pt x="1019175" y="819150"/>
                </a:lnTo>
                <a:lnTo>
                  <a:pt x="1009650" y="819150"/>
                </a:lnTo>
                <a:lnTo>
                  <a:pt x="1009650" y="838200"/>
                </a:lnTo>
                <a:lnTo>
                  <a:pt x="1000125" y="838200"/>
                </a:lnTo>
                <a:lnTo>
                  <a:pt x="1000125" y="866775"/>
                </a:lnTo>
                <a:lnTo>
                  <a:pt x="990600" y="866775"/>
                </a:lnTo>
                <a:lnTo>
                  <a:pt x="990600" y="885825"/>
                </a:lnTo>
                <a:lnTo>
                  <a:pt x="981075" y="885825"/>
                </a:lnTo>
                <a:lnTo>
                  <a:pt x="981075" y="904875"/>
                </a:lnTo>
                <a:lnTo>
                  <a:pt x="971550" y="904875"/>
                </a:lnTo>
                <a:lnTo>
                  <a:pt x="971550" y="923925"/>
                </a:lnTo>
                <a:lnTo>
                  <a:pt x="962025" y="923925"/>
                </a:lnTo>
                <a:lnTo>
                  <a:pt x="962025" y="942975"/>
                </a:lnTo>
                <a:lnTo>
                  <a:pt x="952500" y="942975"/>
                </a:lnTo>
                <a:lnTo>
                  <a:pt x="952500" y="962025"/>
                </a:lnTo>
                <a:lnTo>
                  <a:pt x="942975" y="962025"/>
                </a:lnTo>
                <a:lnTo>
                  <a:pt x="942975" y="981075"/>
                </a:lnTo>
                <a:lnTo>
                  <a:pt x="933450" y="981075"/>
                </a:lnTo>
                <a:lnTo>
                  <a:pt x="933450" y="1009650"/>
                </a:lnTo>
                <a:lnTo>
                  <a:pt x="923925" y="1009650"/>
                </a:lnTo>
                <a:lnTo>
                  <a:pt x="923925" y="1028700"/>
                </a:lnTo>
                <a:lnTo>
                  <a:pt x="914400" y="1028700"/>
                </a:lnTo>
                <a:lnTo>
                  <a:pt x="914400" y="1047750"/>
                </a:lnTo>
                <a:lnTo>
                  <a:pt x="904875" y="1047750"/>
                </a:lnTo>
                <a:lnTo>
                  <a:pt x="904875" y="1066800"/>
                </a:lnTo>
                <a:lnTo>
                  <a:pt x="895350" y="1066800"/>
                </a:lnTo>
                <a:lnTo>
                  <a:pt x="895350" y="1085850"/>
                </a:lnTo>
                <a:lnTo>
                  <a:pt x="885825" y="1085850"/>
                </a:lnTo>
                <a:lnTo>
                  <a:pt x="885825" y="1104900"/>
                </a:lnTo>
                <a:lnTo>
                  <a:pt x="876300" y="1104900"/>
                </a:lnTo>
                <a:lnTo>
                  <a:pt x="876300" y="1123950"/>
                </a:lnTo>
                <a:lnTo>
                  <a:pt x="866775" y="1123950"/>
                </a:lnTo>
                <a:lnTo>
                  <a:pt x="866775" y="1152525"/>
                </a:lnTo>
                <a:lnTo>
                  <a:pt x="857250" y="1152525"/>
                </a:lnTo>
                <a:lnTo>
                  <a:pt x="857250" y="1171575"/>
                </a:lnTo>
                <a:lnTo>
                  <a:pt x="847725" y="1171575"/>
                </a:lnTo>
                <a:lnTo>
                  <a:pt x="847725" y="1190625"/>
                </a:lnTo>
                <a:lnTo>
                  <a:pt x="838200" y="1190625"/>
                </a:lnTo>
                <a:lnTo>
                  <a:pt x="838200" y="1209675"/>
                </a:lnTo>
                <a:lnTo>
                  <a:pt x="828675" y="1209675"/>
                </a:lnTo>
                <a:lnTo>
                  <a:pt x="828675" y="1228725"/>
                </a:lnTo>
                <a:lnTo>
                  <a:pt x="819150" y="1228725"/>
                </a:lnTo>
                <a:lnTo>
                  <a:pt x="819150" y="1247775"/>
                </a:lnTo>
                <a:lnTo>
                  <a:pt x="809625" y="1247775"/>
                </a:lnTo>
                <a:lnTo>
                  <a:pt x="809625" y="1276350"/>
                </a:lnTo>
                <a:lnTo>
                  <a:pt x="800100" y="1276350"/>
                </a:lnTo>
                <a:lnTo>
                  <a:pt x="800100" y="1295400"/>
                </a:lnTo>
                <a:lnTo>
                  <a:pt x="790575" y="1295400"/>
                </a:lnTo>
                <a:lnTo>
                  <a:pt x="790575" y="1314450"/>
                </a:lnTo>
                <a:lnTo>
                  <a:pt x="781050" y="1314450"/>
                </a:lnTo>
                <a:lnTo>
                  <a:pt x="781050" y="1333500"/>
                </a:lnTo>
                <a:lnTo>
                  <a:pt x="771525" y="1333500"/>
                </a:lnTo>
                <a:lnTo>
                  <a:pt x="771525" y="1352550"/>
                </a:lnTo>
                <a:lnTo>
                  <a:pt x="762000" y="1352550"/>
                </a:lnTo>
                <a:lnTo>
                  <a:pt x="762000" y="1371600"/>
                </a:lnTo>
                <a:lnTo>
                  <a:pt x="752475" y="1371600"/>
                </a:lnTo>
                <a:lnTo>
                  <a:pt x="752475" y="1390650"/>
                </a:lnTo>
                <a:lnTo>
                  <a:pt x="742950" y="1390650"/>
                </a:lnTo>
                <a:lnTo>
                  <a:pt x="742950" y="1419225"/>
                </a:lnTo>
                <a:lnTo>
                  <a:pt x="733425" y="1419225"/>
                </a:lnTo>
                <a:lnTo>
                  <a:pt x="733425" y="1438275"/>
                </a:lnTo>
                <a:lnTo>
                  <a:pt x="723900" y="1438275"/>
                </a:lnTo>
                <a:lnTo>
                  <a:pt x="723900" y="1457325"/>
                </a:lnTo>
                <a:lnTo>
                  <a:pt x="714375" y="1457325"/>
                </a:lnTo>
                <a:lnTo>
                  <a:pt x="714375" y="1476375"/>
                </a:lnTo>
                <a:lnTo>
                  <a:pt x="704850" y="1476375"/>
                </a:lnTo>
                <a:lnTo>
                  <a:pt x="704850" y="1495425"/>
                </a:lnTo>
                <a:lnTo>
                  <a:pt x="695325" y="1495425"/>
                </a:lnTo>
                <a:lnTo>
                  <a:pt x="695325" y="1514475"/>
                </a:lnTo>
                <a:lnTo>
                  <a:pt x="685800" y="1514475"/>
                </a:lnTo>
                <a:lnTo>
                  <a:pt x="685800" y="1533525"/>
                </a:lnTo>
                <a:lnTo>
                  <a:pt x="676275" y="1533525"/>
                </a:lnTo>
                <a:lnTo>
                  <a:pt x="676275" y="1562100"/>
                </a:lnTo>
                <a:lnTo>
                  <a:pt x="666750" y="1562100"/>
                </a:lnTo>
                <a:lnTo>
                  <a:pt x="666750" y="1581150"/>
                </a:lnTo>
                <a:lnTo>
                  <a:pt x="657225" y="1581150"/>
                </a:lnTo>
                <a:lnTo>
                  <a:pt x="657225" y="1600200"/>
                </a:lnTo>
                <a:lnTo>
                  <a:pt x="647700" y="1600200"/>
                </a:lnTo>
                <a:lnTo>
                  <a:pt x="647700" y="1619250"/>
                </a:lnTo>
                <a:lnTo>
                  <a:pt x="638175" y="1619250"/>
                </a:lnTo>
                <a:lnTo>
                  <a:pt x="638175" y="1638300"/>
                </a:lnTo>
                <a:lnTo>
                  <a:pt x="628650" y="1638300"/>
                </a:lnTo>
                <a:lnTo>
                  <a:pt x="628650" y="1657350"/>
                </a:lnTo>
                <a:lnTo>
                  <a:pt x="619125" y="1657350"/>
                </a:lnTo>
                <a:lnTo>
                  <a:pt x="619125" y="1676400"/>
                </a:lnTo>
                <a:lnTo>
                  <a:pt x="609600" y="1676400"/>
                </a:lnTo>
                <a:lnTo>
                  <a:pt x="609600" y="1704975"/>
                </a:lnTo>
                <a:lnTo>
                  <a:pt x="600075" y="1704975"/>
                </a:lnTo>
                <a:lnTo>
                  <a:pt x="600075" y="1724025"/>
                </a:lnTo>
                <a:lnTo>
                  <a:pt x="590550" y="1724025"/>
                </a:lnTo>
                <a:lnTo>
                  <a:pt x="590550" y="1743075"/>
                </a:lnTo>
                <a:lnTo>
                  <a:pt x="581025" y="1743075"/>
                </a:lnTo>
                <a:lnTo>
                  <a:pt x="581025" y="1762125"/>
                </a:lnTo>
                <a:lnTo>
                  <a:pt x="571500" y="1762125"/>
                </a:lnTo>
                <a:lnTo>
                  <a:pt x="571500" y="1781175"/>
                </a:lnTo>
                <a:lnTo>
                  <a:pt x="561975" y="1781175"/>
                </a:lnTo>
                <a:lnTo>
                  <a:pt x="561975" y="1800225"/>
                </a:lnTo>
                <a:lnTo>
                  <a:pt x="552450" y="1800225"/>
                </a:lnTo>
                <a:lnTo>
                  <a:pt x="552450" y="1819275"/>
                </a:lnTo>
                <a:lnTo>
                  <a:pt x="542925" y="1819275"/>
                </a:lnTo>
                <a:lnTo>
                  <a:pt x="542925" y="1847850"/>
                </a:lnTo>
                <a:lnTo>
                  <a:pt x="533400" y="1847850"/>
                </a:lnTo>
                <a:lnTo>
                  <a:pt x="533400" y="1866900"/>
                </a:lnTo>
                <a:lnTo>
                  <a:pt x="523875" y="1866900"/>
                </a:lnTo>
                <a:lnTo>
                  <a:pt x="523875" y="1885950"/>
                </a:lnTo>
                <a:lnTo>
                  <a:pt x="514350" y="1885950"/>
                </a:lnTo>
                <a:lnTo>
                  <a:pt x="514350" y="1905000"/>
                </a:lnTo>
                <a:lnTo>
                  <a:pt x="504825" y="1905000"/>
                </a:lnTo>
                <a:lnTo>
                  <a:pt x="504825" y="1924050"/>
                </a:lnTo>
                <a:lnTo>
                  <a:pt x="495300" y="1924050"/>
                </a:lnTo>
                <a:lnTo>
                  <a:pt x="495300" y="1943100"/>
                </a:lnTo>
                <a:lnTo>
                  <a:pt x="485775" y="1943100"/>
                </a:lnTo>
                <a:lnTo>
                  <a:pt x="485775" y="1971675"/>
                </a:lnTo>
                <a:lnTo>
                  <a:pt x="476250" y="1971675"/>
                </a:lnTo>
                <a:lnTo>
                  <a:pt x="476250" y="1981200"/>
                </a:lnTo>
                <a:lnTo>
                  <a:pt x="0" y="1981200"/>
                </a:lnTo>
                <a:lnTo>
                  <a:pt x="0" y="1962150"/>
                </a:lnTo>
                <a:lnTo>
                  <a:pt x="9525" y="1962150"/>
                </a:lnTo>
                <a:lnTo>
                  <a:pt x="19050" y="1924050"/>
                </a:lnTo>
                <a:lnTo>
                  <a:pt x="28575" y="1924050"/>
                </a:lnTo>
                <a:lnTo>
                  <a:pt x="28575" y="1905000"/>
                </a:lnTo>
                <a:lnTo>
                  <a:pt x="38100" y="1905000"/>
                </a:lnTo>
                <a:lnTo>
                  <a:pt x="38100" y="1876425"/>
                </a:lnTo>
                <a:lnTo>
                  <a:pt x="47625" y="1876425"/>
                </a:lnTo>
                <a:lnTo>
                  <a:pt x="47625" y="1857375"/>
                </a:lnTo>
                <a:lnTo>
                  <a:pt x="57150" y="1857375"/>
                </a:lnTo>
                <a:lnTo>
                  <a:pt x="66675" y="1819275"/>
                </a:lnTo>
                <a:lnTo>
                  <a:pt x="76200" y="1819275"/>
                </a:lnTo>
                <a:lnTo>
                  <a:pt x="76200" y="1800225"/>
                </a:lnTo>
                <a:lnTo>
                  <a:pt x="85725" y="1800225"/>
                </a:lnTo>
                <a:lnTo>
                  <a:pt x="85725" y="1781175"/>
                </a:lnTo>
                <a:lnTo>
                  <a:pt x="95250" y="1781175"/>
                </a:lnTo>
                <a:lnTo>
                  <a:pt x="95250" y="1762125"/>
                </a:lnTo>
                <a:lnTo>
                  <a:pt x="104775" y="1762125"/>
                </a:lnTo>
                <a:lnTo>
                  <a:pt x="104775" y="1733550"/>
                </a:lnTo>
                <a:lnTo>
                  <a:pt x="114300" y="1733550"/>
                </a:lnTo>
                <a:lnTo>
                  <a:pt x="114300" y="1714500"/>
                </a:lnTo>
                <a:lnTo>
                  <a:pt x="123825" y="1714500"/>
                </a:lnTo>
                <a:lnTo>
                  <a:pt x="123825" y="1695450"/>
                </a:lnTo>
                <a:lnTo>
                  <a:pt x="133350" y="1695450"/>
                </a:lnTo>
                <a:lnTo>
                  <a:pt x="133350" y="1676400"/>
                </a:lnTo>
                <a:lnTo>
                  <a:pt x="142875" y="1676400"/>
                </a:lnTo>
                <a:lnTo>
                  <a:pt x="161925" y="1619250"/>
                </a:lnTo>
                <a:lnTo>
                  <a:pt x="171450" y="1619250"/>
                </a:lnTo>
                <a:lnTo>
                  <a:pt x="171450" y="1590675"/>
                </a:lnTo>
                <a:lnTo>
                  <a:pt x="180975" y="1590675"/>
                </a:lnTo>
                <a:lnTo>
                  <a:pt x="180975" y="1571625"/>
                </a:lnTo>
                <a:lnTo>
                  <a:pt x="190500" y="1571625"/>
                </a:lnTo>
                <a:lnTo>
                  <a:pt x="190500" y="1552575"/>
                </a:lnTo>
                <a:lnTo>
                  <a:pt x="200025" y="1552575"/>
                </a:lnTo>
                <a:lnTo>
                  <a:pt x="200025" y="1533525"/>
                </a:lnTo>
                <a:lnTo>
                  <a:pt x="209550" y="1533525"/>
                </a:lnTo>
                <a:lnTo>
                  <a:pt x="209550" y="1514475"/>
                </a:lnTo>
                <a:lnTo>
                  <a:pt x="219075" y="1514475"/>
                </a:lnTo>
                <a:lnTo>
                  <a:pt x="219075" y="1495425"/>
                </a:lnTo>
                <a:lnTo>
                  <a:pt x="228600" y="1495425"/>
                </a:lnTo>
                <a:lnTo>
                  <a:pt x="228600" y="1476375"/>
                </a:lnTo>
                <a:lnTo>
                  <a:pt x="238125" y="1476375"/>
                </a:lnTo>
                <a:lnTo>
                  <a:pt x="238125" y="1447800"/>
                </a:lnTo>
                <a:lnTo>
                  <a:pt x="247650" y="1447800"/>
                </a:lnTo>
                <a:lnTo>
                  <a:pt x="247650" y="1428750"/>
                </a:lnTo>
                <a:lnTo>
                  <a:pt x="257175" y="1428750"/>
                </a:lnTo>
                <a:lnTo>
                  <a:pt x="257175" y="1409700"/>
                </a:lnTo>
                <a:lnTo>
                  <a:pt x="266700" y="1409700"/>
                </a:lnTo>
                <a:lnTo>
                  <a:pt x="266700" y="1390650"/>
                </a:lnTo>
                <a:lnTo>
                  <a:pt x="276225" y="1390650"/>
                </a:lnTo>
                <a:lnTo>
                  <a:pt x="276225" y="1371600"/>
                </a:lnTo>
                <a:lnTo>
                  <a:pt x="285750" y="1371600"/>
                </a:lnTo>
                <a:lnTo>
                  <a:pt x="285750" y="1352550"/>
                </a:lnTo>
                <a:lnTo>
                  <a:pt x="295275" y="1352550"/>
                </a:lnTo>
                <a:lnTo>
                  <a:pt x="295275" y="1323975"/>
                </a:lnTo>
                <a:lnTo>
                  <a:pt x="304800" y="1323975"/>
                </a:lnTo>
                <a:lnTo>
                  <a:pt x="304800" y="1304925"/>
                </a:lnTo>
                <a:lnTo>
                  <a:pt x="314325" y="1304925"/>
                </a:lnTo>
                <a:lnTo>
                  <a:pt x="314325" y="1285875"/>
                </a:lnTo>
                <a:lnTo>
                  <a:pt x="323850" y="1285875"/>
                </a:lnTo>
                <a:lnTo>
                  <a:pt x="323850" y="1266825"/>
                </a:lnTo>
                <a:lnTo>
                  <a:pt x="333375" y="1266825"/>
                </a:lnTo>
                <a:lnTo>
                  <a:pt x="352425" y="1209675"/>
                </a:lnTo>
                <a:lnTo>
                  <a:pt x="361950" y="1209675"/>
                </a:lnTo>
                <a:lnTo>
                  <a:pt x="361950" y="1181100"/>
                </a:lnTo>
                <a:lnTo>
                  <a:pt x="371475" y="1181100"/>
                </a:lnTo>
                <a:lnTo>
                  <a:pt x="371475" y="1162050"/>
                </a:lnTo>
                <a:lnTo>
                  <a:pt x="381000" y="1162050"/>
                </a:lnTo>
                <a:lnTo>
                  <a:pt x="381000" y="1143000"/>
                </a:lnTo>
                <a:lnTo>
                  <a:pt x="390525" y="1143000"/>
                </a:lnTo>
                <a:lnTo>
                  <a:pt x="390525" y="1123950"/>
                </a:lnTo>
                <a:lnTo>
                  <a:pt x="400050" y="1123950"/>
                </a:lnTo>
                <a:lnTo>
                  <a:pt x="400050" y="1104900"/>
                </a:lnTo>
                <a:lnTo>
                  <a:pt x="409575" y="1104900"/>
                </a:lnTo>
                <a:lnTo>
                  <a:pt x="409575" y="1085850"/>
                </a:lnTo>
                <a:lnTo>
                  <a:pt x="419100" y="1085850"/>
                </a:lnTo>
                <a:lnTo>
                  <a:pt x="419100" y="1066800"/>
                </a:lnTo>
                <a:lnTo>
                  <a:pt x="428625" y="1066800"/>
                </a:lnTo>
                <a:lnTo>
                  <a:pt x="428625" y="1038225"/>
                </a:lnTo>
                <a:lnTo>
                  <a:pt x="438150" y="1038225"/>
                </a:lnTo>
                <a:lnTo>
                  <a:pt x="438150" y="1019175"/>
                </a:lnTo>
                <a:lnTo>
                  <a:pt x="447675" y="1019175"/>
                </a:lnTo>
                <a:lnTo>
                  <a:pt x="447675" y="1000125"/>
                </a:lnTo>
                <a:lnTo>
                  <a:pt x="457200" y="1000125"/>
                </a:lnTo>
                <a:lnTo>
                  <a:pt x="457200" y="981075"/>
                </a:lnTo>
                <a:lnTo>
                  <a:pt x="466725" y="981075"/>
                </a:lnTo>
                <a:lnTo>
                  <a:pt x="466725" y="962025"/>
                </a:lnTo>
                <a:lnTo>
                  <a:pt x="476250" y="962025"/>
                </a:lnTo>
                <a:lnTo>
                  <a:pt x="476250" y="942975"/>
                </a:lnTo>
                <a:lnTo>
                  <a:pt x="485775" y="942975"/>
                </a:lnTo>
                <a:lnTo>
                  <a:pt x="485775" y="923925"/>
                </a:lnTo>
                <a:lnTo>
                  <a:pt x="495300" y="923925"/>
                </a:lnTo>
                <a:lnTo>
                  <a:pt x="495300" y="895350"/>
                </a:lnTo>
                <a:lnTo>
                  <a:pt x="504825" y="895350"/>
                </a:lnTo>
                <a:lnTo>
                  <a:pt x="504825" y="876300"/>
                </a:lnTo>
                <a:lnTo>
                  <a:pt x="514350" y="876300"/>
                </a:lnTo>
                <a:lnTo>
                  <a:pt x="514350" y="857250"/>
                </a:lnTo>
                <a:lnTo>
                  <a:pt x="523875" y="857250"/>
                </a:lnTo>
                <a:lnTo>
                  <a:pt x="523875" y="838200"/>
                </a:lnTo>
                <a:lnTo>
                  <a:pt x="533400" y="838200"/>
                </a:lnTo>
                <a:lnTo>
                  <a:pt x="533400" y="819150"/>
                </a:lnTo>
                <a:lnTo>
                  <a:pt x="542925" y="819150"/>
                </a:lnTo>
                <a:lnTo>
                  <a:pt x="542925" y="800100"/>
                </a:lnTo>
                <a:lnTo>
                  <a:pt x="552450" y="800100"/>
                </a:lnTo>
                <a:lnTo>
                  <a:pt x="552450" y="781050"/>
                </a:lnTo>
                <a:lnTo>
                  <a:pt x="561975" y="781050"/>
                </a:lnTo>
                <a:lnTo>
                  <a:pt x="561975" y="752475"/>
                </a:lnTo>
                <a:lnTo>
                  <a:pt x="571500" y="752475"/>
                </a:lnTo>
                <a:lnTo>
                  <a:pt x="571500" y="733425"/>
                </a:lnTo>
                <a:lnTo>
                  <a:pt x="581025" y="733425"/>
                </a:lnTo>
                <a:lnTo>
                  <a:pt x="581025" y="714375"/>
                </a:lnTo>
                <a:lnTo>
                  <a:pt x="590550" y="714375"/>
                </a:lnTo>
                <a:lnTo>
                  <a:pt x="590550" y="695325"/>
                </a:lnTo>
                <a:lnTo>
                  <a:pt x="600075" y="695325"/>
                </a:lnTo>
                <a:lnTo>
                  <a:pt x="600075" y="676275"/>
                </a:lnTo>
                <a:lnTo>
                  <a:pt x="609600" y="676275"/>
                </a:lnTo>
                <a:lnTo>
                  <a:pt x="609600" y="657225"/>
                </a:lnTo>
                <a:lnTo>
                  <a:pt x="619125" y="657225"/>
                </a:lnTo>
                <a:lnTo>
                  <a:pt x="619125" y="628650"/>
                </a:lnTo>
                <a:lnTo>
                  <a:pt x="628650" y="628650"/>
                </a:lnTo>
                <a:lnTo>
                  <a:pt x="628650" y="609600"/>
                </a:lnTo>
                <a:lnTo>
                  <a:pt x="638175" y="609600"/>
                </a:lnTo>
                <a:lnTo>
                  <a:pt x="638175" y="590550"/>
                </a:lnTo>
                <a:lnTo>
                  <a:pt x="647700" y="590550"/>
                </a:lnTo>
                <a:lnTo>
                  <a:pt x="647700" y="571500"/>
                </a:lnTo>
                <a:lnTo>
                  <a:pt x="657225" y="571500"/>
                </a:lnTo>
                <a:lnTo>
                  <a:pt x="657225" y="552450"/>
                </a:lnTo>
                <a:lnTo>
                  <a:pt x="666750" y="552450"/>
                </a:lnTo>
                <a:lnTo>
                  <a:pt x="666750" y="533400"/>
                </a:lnTo>
                <a:lnTo>
                  <a:pt x="676275" y="533400"/>
                </a:lnTo>
                <a:lnTo>
                  <a:pt x="676275" y="514350"/>
                </a:lnTo>
                <a:lnTo>
                  <a:pt x="685800" y="514350"/>
                </a:lnTo>
                <a:lnTo>
                  <a:pt x="685800" y="485775"/>
                </a:lnTo>
                <a:lnTo>
                  <a:pt x="695325" y="485775"/>
                </a:lnTo>
                <a:lnTo>
                  <a:pt x="695325" y="466725"/>
                </a:lnTo>
                <a:lnTo>
                  <a:pt x="704850" y="466725"/>
                </a:lnTo>
                <a:lnTo>
                  <a:pt x="704850" y="447675"/>
                </a:lnTo>
                <a:lnTo>
                  <a:pt x="714375" y="447675"/>
                </a:lnTo>
                <a:lnTo>
                  <a:pt x="714375" y="428625"/>
                </a:lnTo>
                <a:lnTo>
                  <a:pt x="723900" y="428625"/>
                </a:lnTo>
                <a:lnTo>
                  <a:pt x="723900" y="409575"/>
                </a:lnTo>
                <a:lnTo>
                  <a:pt x="733425" y="409575"/>
                </a:lnTo>
                <a:lnTo>
                  <a:pt x="733425" y="390525"/>
                </a:lnTo>
                <a:lnTo>
                  <a:pt x="742950" y="390525"/>
                </a:lnTo>
                <a:lnTo>
                  <a:pt x="742950" y="371475"/>
                </a:lnTo>
                <a:lnTo>
                  <a:pt x="752475" y="371475"/>
                </a:lnTo>
                <a:lnTo>
                  <a:pt x="752475" y="342900"/>
                </a:lnTo>
                <a:lnTo>
                  <a:pt x="762000" y="342900"/>
                </a:lnTo>
                <a:lnTo>
                  <a:pt x="762000" y="323850"/>
                </a:lnTo>
                <a:lnTo>
                  <a:pt x="771525" y="323850"/>
                </a:lnTo>
                <a:lnTo>
                  <a:pt x="771525" y="304800"/>
                </a:lnTo>
                <a:lnTo>
                  <a:pt x="781050" y="304800"/>
                </a:lnTo>
                <a:lnTo>
                  <a:pt x="781050" y="285750"/>
                </a:lnTo>
                <a:lnTo>
                  <a:pt x="790575" y="285750"/>
                </a:lnTo>
                <a:lnTo>
                  <a:pt x="809625" y="228600"/>
                </a:lnTo>
                <a:lnTo>
                  <a:pt x="819150" y="228600"/>
                </a:lnTo>
                <a:lnTo>
                  <a:pt x="819150" y="200025"/>
                </a:lnTo>
                <a:lnTo>
                  <a:pt x="828675" y="200025"/>
                </a:lnTo>
                <a:lnTo>
                  <a:pt x="847725" y="142875"/>
                </a:lnTo>
                <a:lnTo>
                  <a:pt x="857250" y="142875"/>
                </a:lnTo>
                <a:lnTo>
                  <a:pt x="857250" y="123825"/>
                </a:lnTo>
                <a:lnTo>
                  <a:pt x="866775" y="123825"/>
                </a:lnTo>
                <a:lnTo>
                  <a:pt x="866775" y="104775"/>
                </a:lnTo>
                <a:lnTo>
                  <a:pt x="876300" y="104775"/>
                </a:lnTo>
                <a:lnTo>
                  <a:pt x="876300" y="85725"/>
                </a:lnTo>
                <a:lnTo>
                  <a:pt x="885825" y="85725"/>
                </a:lnTo>
                <a:lnTo>
                  <a:pt x="885825" y="57150"/>
                </a:lnTo>
                <a:lnTo>
                  <a:pt x="895350" y="57150"/>
                </a:lnTo>
                <a:close/>
                <a:moveTo>
                  <a:pt x="2514600" y="0"/>
                </a:moveTo>
                <a:lnTo>
                  <a:pt x="2933700" y="0"/>
                </a:lnTo>
                <a:lnTo>
                  <a:pt x="2933700" y="9525"/>
                </a:lnTo>
                <a:lnTo>
                  <a:pt x="2962275" y="28575"/>
                </a:lnTo>
                <a:lnTo>
                  <a:pt x="2962275" y="47625"/>
                </a:lnTo>
                <a:lnTo>
                  <a:pt x="2990850" y="66675"/>
                </a:lnTo>
                <a:lnTo>
                  <a:pt x="2990850" y="85725"/>
                </a:lnTo>
                <a:lnTo>
                  <a:pt x="3028950" y="114300"/>
                </a:lnTo>
                <a:lnTo>
                  <a:pt x="3028950" y="133350"/>
                </a:lnTo>
                <a:lnTo>
                  <a:pt x="3067050" y="161925"/>
                </a:lnTo>
                <a:lnTo>
                  <a:pt x="3067050" y="180975"/>
                </a:lnTo>
                <a:lnTo>
                  <a:pt x="3095625" y="200025"/>
                </a:lnTo>
                <a:lnTo>
                  <a:pt x="3095625" y="219075"/>
                </a:lnTo>
                <a:lnTo>
                  <a:pt x="3133725" y="247650"/>
                </a:lnTo>
                <a:lnTo>
                  <a:pt x="3133725" y="266700"/>
                </a:lnTo>
                <a:lnTo>
                  <a:pt x="3162300" y="285750"/>
                </a:lnTo>
                <a:lnTo>
                  <a:pt x="3162300" y="304800"/>
                </a:lnTo>
                <a:lnTo>
                  <a:pt x="3200400" y="333375"/>
                </a:lnTo>
                <a:lnTo>
                  <a:pt x="3200400" y="352425"/>
                </a:lnTo>
                <a:lnTo>
                  <a:pt x="3228975" y="371475"/>
                </a:lnTo>
                <a:lnTo>
                  <a:pt x="3228975" y="390525"/>
                </a:lnTo>
                <a:lnTo>
                  <a:pt x="3267075" y="419100"/>
                </a:lnTo>
                <a:lnTo>
                  <a:pt x="3267075" y="438150"/>
                </a:lnTo>
                <a:lnTo>
                  <a:pt x="3295650" y="457200"/>
                </a:lnTo>
                <a:lnTo>
                  <a:pt x="3295650" y="476250"/>
                </a:lnTo>
                <a:lnTo>
                  <a:pt x="3305175" y="476250"/>
                </a:lnTo>
                <a:lnTo>
                  <a:pt x="3305175" y="485775"/>
                </a:lnTo>
                <a:lnTo>
                  <a:pt x="3333750" y="504825"/>
                </a:lnTo>
                <a:lnTo>
                  <a:pt x="3333750" y="523875"/>
                </a:lnTo>
                <a:lnTo>
                  <a:pt x="3371850" y="552450"/>
                </a:lnTo>
                <a:lnTo>
                  <a:pt x="3371850" y="571500"/>
                </a:lnTo>
                <a:lnTo>
                  <a:pt x="3400425" y="590550"/>
                </a:lnTo>
                <a:lnTo>
                  <a:pt x="3400425" y="609600"/>
                </a:lnTo>
                <a:lnTo>
                  <a:pt x="3438525" y="638175"/>
                </a:lnTo>
                <a:lnTo>
                  <a:pt x="3438525" y="657225"/>
                </a:lnTo>
                <a:lnTo>
                  <a:pt x="3467100" y="676275"/>
                </a:lnTo>
                <a:lnTo>
                  <a:pt x="3467100" y="695325"/>
                </a:lnTo>
                <a:lnTo>
                  <a:pt x="3505200" y="723900"/>
                </a:lnTo>
                <a:lnTo>
                  <a:pt x="3505200" y="742950"/>
                </a:lnTo>
                <a:lnTo>
                  <a:pt x="3533775" y="762000"/>
                </a:lnTo>
                <a:lnTo>
                  <a:pt x="3533775" y="781050"/>
                </a:lnTo>
                <a:lnTo>
                  <a:pt x="3571875" y="809625"/>
                </a:lnTo>
                <a:lnTo>
                  <a:pt x="3571875" y="828675"/>
                </a:lnTo>
                <a:lnTo>
                  <a:pt x="3600450" y="847725"/>
                </a:lnTo>
                <a:lnTo>
                  <a:pt x="3600450" y="866775"/>
                </a:lnTo>
                <a:lnTo>
                  <a:pt x="3609975" y="866775"/>
                </a:lnTo>
                <a:lnTo>
                  <a:pt x="3609975" y="876300"/>
                </a:lnTo>
                <a:lnTo>
                  <a:pt x="3638550" y="895350"/>
                </a:lnTo>
                <a:lnTo>
                  <a:pt x="3638550" y="914400"/>
                </a:lnTo>
                <a:lnTo>
                  <a:pt x="3676650" y="942975"/>
                </a:lnTo>
                <a:lnTo>
                  <a:pt x="3676650" y="962025"/>
                </a:lnTo>
                <a:lnTo>
                  <a:pt x="3705225" y="981075"/>
                </a:lnTo>
                <a:lnTo>
                  <a:pt x="3705225" y="1000125"/>
                </a:lnTo>
                <a:lnTo>
                  <a:pt x="3743325" y="1028700"/>
                </a:lnTo>
                <a:lnTo>
                  <a:pt x="3743325" y="1047750"/>
                </a:lnTo>
                <a:lnTo>
                  <a:pt x="3771900" y="1066800"/>
                </a:lnTo>
                <a:lnTo>
                  <a:pt x="3771900" y="1085850"/>
                </a:lnTo>
                <a:lnTo>
                  <a:pt x="3810000" y="1114425"/>
                </a:lnTo>
                <a:lnTo>
                  <a:pt x="3810000" y="1133475"/>
                </a:lnTo>
                <a:lnTo>
                  <a:pt x="3838575" y="1152525"/>
                </a:lnTo>
                <a:lnTo>
                  <a:pt x="3838575" y="1171575"/>
                </a:lnTo>
                <a:lnTo>
                  <a:pt x="3876675" y="1200150"/>
                </a:lnTo>
                <a:lnTo>
                  <a:pt x="3876675" y="1219200"/>
                </a:lnTo>
                <a:lnTo>
                  <a:pt x="3905250" y="1238250"/>
                </a:lnTo>
                <a:lnTo>
                  <a:pt x="3905250" y="1257300"/>
                </a:lnTo>
                <a:lnTo>
                  <a:pt x="3914775" y="1257300"/>
                </a:lnTo>
                <a:lnTo>
                  <a:pt x="3933825" y="1285875"/>
                </a:lnTo>
                <a:lnTo>
                  <a:pt x="3943350" y="1285875"/>
                </a:lnTo>
                <a:lnTo>
                  <a:pt x="3943350" y="0"/>
                </a:lnTo>
                <a:lnTo>
                  <a:pt x="4381500" y="0"/>
                </a:lnTo>
                <a:lnTo>
                  <a:pt x="4381500" y="1981200"/>
                </a:lnTo>
                <a:lnTo>
                  <a:pt x="3962400" y="1981200"/>
                </a:lnTo>
                <a:lnTo>
                  <a:pt x="3962400" y="1971675"/>
                </a:lnTo>
                <a:lnTo>
                  <a:pt x="3924300" y="1943100"/>
                </a:lnTo>
                <a:lnTo>
                  <a:pt x="3924300" y="1924050"/>
                </a:lnTo>
                <a:lnTo>
                  <a:pt x="3886200" y="1895475"/>
                </a:lnTo>
                <a:lnTo>
                  <a:pt x="3886200" y="1876425"/>
                </a:lnTo>
                <a:lnTo>
                  <a:pt x="3857625" y="1857375"/>
                </a:lnTo>
                <a:lnTo>
                  <a:pt x="3857625" y="1838325"/>
                </a:lnTo>
                <a:lnTo>
                  <a:pt x="3819525" y="1809750"/>
                </a:lnTo>
                <a:lnTo>
                  <a:pt x="3819525" y="1790700"/>
                </a:lnTo>
                <a:lnTo>
                  <a:pt x="3790950" y="1771650"/>
                </a:lnTo>
                <a:lnTo>
                  <a:pt x="3790950" y="1752600"/>
                </a:lnTo>
                <a:lnTo>
                  <a:pt x="3752850" y="1724025"/>
                </a:lnTo>
                <a:lnTo>
                  <a:pt x="3752850" y="1704975"/>
                </a:lnTo>
                <a:lnTo>
                  <a:pt x="3724275" y="1685925"/>
                </a:lnTo>
                <a:lnTo>
                  <a:pt x="3724275" y="1666875"/>
                </a:lnTo>
                <a:lnTo>
                  <a:pt x="3686175" y="1638300"/>
                </a:lnTo>
                <a:lnTo>
                  <a:pt x="3686175" y="1619250"/>
                </a:lnTo>
                <a:lnTo>
                  <a:pt x="3657600" y="1600200"/>
                </a:lnTo>
                <a:lnTo>
                  <a:pt x="3657600" y="1581150"/>
                </a:lnTo>
                <a:lnTo>
                  <a:pt x="3648075" y="1581150"/>
                </a:lnTo>
                <a:lnTo>
                  <a:pt x="3648075" y="1571625"/>
                </a:lnTo>
                <a:lnTo>
                  <a:pt x="3619500" y="1552575"/>
                </a:lnTo>
                <a:lnTo>
                  <a:pt x="3619500" y="1533525"/>
                </a:lnTo>
                <a:lnTo>
                  <a:pt x="3581400" y="1504950"/>
                </a:lnTo>
                <a:lnTo>
                  <a:pt x="3581400" y="1485900"/>
                </a:lnTo>
                <a:lnTo>
                  <a:pt x="3552825" y="1466850"/>
                </a:lnTo>
                <a:lnTo>
                  <a:pt x="3552825" y="1447800"/>
                </a:lnTo>
                <a:lnTo>
                  <a:pt x="3514725" y="1419225"/>
                </a:lnTo>
                <a:lnTo>
                  <a:pt x="3514725" y="1400175"/>
                </a:lnTo>
                <a:lnTo>
                  <a:pt x="3486150" y="1381125"/>
                </a:lnTo>
                <a:lnTo>
                  <a:pt x="3486150" y="1362075"/>
                </a:lnTo>
                <a:lnTo>
                  <a:pt x="3448050" y="1333500"/>
                </a:lnTo>
                <a:lnTo>
                  <a:pt x="3448050" y="1314450"/>
                </a:lnTo>
                <a:lnTo>
                  <a:pt x="3419475" y="1295400"/>
                </a:lnTo>
                <a:lnTo>
                  <a:pt x="3419475" y="1276350"/>
                </a:lnTo>
                <a:lnTo>
                  <a:pt x="3381375" y="1247775"/>
                </a:lnTo>
                <a:lnTo>
                  <a:pt x="3381375" y="1228725"/>
                </a:lnTo>
                <a:lnTo>
                  <a:pt x="3352800" y="1209675"/>
                </a:lnTo>
                <a:lnTo>
                  <a:pt x="3352800" y="1190625"/>
                </a:lnTo>
                <a:lnTo>
                  <a:pt x="3343275" y="1190625"/>
                </a:lnTo>
                <a:lnTo>
                  <a:pt x="3343275" y="1181100"/>
                </a:lnTo>
                <a:lnTo>
                  <a:pt x="3314700" y="1162050"/>
                </a:lnTo>
                <a:lnTo>
                  <a:pt x="3314700" y="1143000"/>
                </a:lnTo>
                <a:lnTo>
                  <a:pt x="3276600" y="1114425"/>
                </a:lnTo>
                <a:lnTo>
                  <a:pt x="3276600" y="1095375"/>
                </a:lnTo>
                <a:lnTo>
                  <a:pt x="3248025" y="1076325"/>
                </a:lnTo>
                <a:lnTo>
                  <a:pt x="3248025" y="1057275"/>
                </a:lnTo>
                <a:lnTo>
                  <a:pt x="3209925" y="1028700"/>
                </a:lnTo>
                <a:lnTo>
                  <a:pt x="3209925" y="1009650"/>
                </a:lnTo>
                <a:lnTo>
                  <a:pt x="3181350" y="990600"/>
                </a:lnTo>
                <a:lnTo>
                  <a:pt x="3181350" y="971550"/>
                </a:lnTo>
                <a:lnTo>
                  <a:pt x="3143250" y="942975"/>
                </a:lnTo>
                <a:lnTo>
                  <a:pt x="3143250" y="923925"/>
                </a:lnTo>
                <a:lnTo>
                  <a:pt x="3114675" y="904875"/>
                </a:lnTo>
                <a:lnTo>
                  <a:pt x="3114675" y="885825"/>
                </a:lnTo>
                <a:lnTo>
                  <a:pt x="3076575" y="857250"/>
                </a:lnTo>
                <a:lnTo>
                  <a:pt x="3076575" y="838200"/>
                </a:lnTo>
                <a:lnTo>
                  <a:pt x="3048000" y="819150"/>
                </a:lnTo>
                <a:lnTo>
                  <a:pt x="3048000" y="800100"/>
                </a:lnTo>
                <a:lnTo>
                  <a:pt x="3038475" y="800100"/>
                </a:lnTo>
                <a:lnTo>
                  <a:pt x="3038475" y="790575"/>
                </a:lnTo>
                <a:lnTo>
                  <a:pt x="3009900" y="771525"/>
                </a:lnTo>
                <a:lnTo>
                  <a:pt x="3009900" y="752475"/>
                </a:lnTo>
                <a:lnTo>
                  <a:pt x="2971800" y="723900"/>
                </a:lnTo>
                <a:lnTo>
                  <a:pt x="2962275" y="695325"/>
                </a:lnTo>
                <a:lnTo>
                  <a:pt x="2952750" y="695325"/>
                </a:lnTo>
                <a:lnTo>
                  <a:pt x="2952750" y="1981200"/>
                </a:lnTo>
                <a:lnTo>
                  <a:pt x="2514600" y="1981200"/>
                </a:lnTo>
                <a:close/>
                <a:moveTo>
                  <a:pt x="4876800" y="0"/>
                </a:moveTo>
                <a:lnTo>
                  <a:pt x="5314950" y="0"/>
                </a:lnTo>
                <a:lnTo>
                  <a:pt x="5314950" y="1981200"/>
                </a:lnTo>
                <a:lnTo>
                  <a:pt x="4876800" y="1981200"/>
                </a:lnTo>
                <a:close/>
                <a:moveTo>
                  <a:pt x="6153150" y="0"/>
                </a:moveTo>
                <a:lnTo>
                  <a:pt x="6705600" y="0"/>
                </a:lnTo>
                <a:lnTo>
                  <a:pt x="6696075" y="28575"/>
                </a:lnTo>
                <a:lnTo>
                  <a:pt x="6667500" y="47625"/>
                </a:lnTo>
                <a:lnTo>
                  <a:pt x="6667500" y="66675"/>
                </a:lnTo>
                <a:lnTo>
                  <a:pt x="6629400" y="95250"/>
                </a:lnTo>
                <a:lnTo>
                  <a:pt x="6629400" y="114300"/>
                </a:lnTo>
                <a:lnTo>
                  <a:pt x="6600825" y="133350"/>
                </a:lnTo>
                <a:lnTo>
                  <a:pt x="6600825" y="152400"/>
                </a:lnTo>
                <a:lnTo>
                  <a:pt x="6562725" y="180975"/>
                </a:lnTo>
                <a:lnTo>
                  <a:pt x="6562725" y="200025"/>
                </a:lnTo>
                <a:lnTo>
                  <a:pt x="6534150" y="219075"/>
                </a:lnTo>
                <a:lnTo>
                  <a:pt x="6534150" y="238125"/>
                </a:lnTo>
                <a:lnTo>
                  <a:pt x="6496050" y="266700"/>
                </a:lnTo>
                <a:lnTo>
                  <a:pt x="6496050" y="285750"/>
                </a:lnTo>
                <a:lnTo>
                  <a:pt x="6467475" y="304800"/>
                </a:lnTo>
                <a:lnTo>
                  <a:pt x="6467475" y="323850"/>
                </a:lnTo>
                <a:lnTo>
                  <a:pt x="6457950" y="323850"/>
                </a:lnTo>
                <a:lnTo>
                  <a:pt x="6457950" y="333375"/>
                </a:lnTo>
                <a:lnTo>
                  <a:pt x="6429375" y="352425"/>
                </a:lnTo>
                <a:lnTo>
                  <a:pt x="6429375" y="371475"/>
                </a:lnTo>
                <a:lnTo>
                  <a:pt x="6391275" y="400050"/>
                </a:lnTo>
                <a:lnTo>
                  <a:pt x="6391275" y="419100"/>
                </a:lnTo>
                <a:lnTo>
                  <a:pt x="6362700" y="438150"/>
                </a:lnTo>
                <a:lnTo>
                  <a:pt x="6362700" y="457200"/>
                </a:lnTo>
                <a:lnTo>
                  <a:pt x="6324600" y="485775"/>
                </a:lnTo>
                <a:lnTo>
                  <a:pt x="6324600" y="504825"/>
                </a:lnTo>
                <a:lnTo>
                  <a:pt x="6296025" y="523875"/>
                </a:lnTo>
                <a:lnTo>
                  <a:pt x="6296025" y="542925"/>
                </a:lnTo>
                <a:lnTo>
                  <a:pt x="6257925" y="571500"/>
                </a:lnTo>
                <a:lnTo>
                  <a:pt x="6257925" y="590550"/>
                </a:lnTo>
                <a:lnTo>
                  <a:pt x="6229350" y="609600"/>
                </a:lnTo>
                <a:lnTo>
                  <a:pt x="6229350" y="628650"/>
                </a:lnTo>
                <a:lnTo>
                  <a:pt x="6191250" y="657225"/>
                </a:lnTo>
                <a:lnTo>
                  <a:pt x="6191250" y="676275"/>
                </a:lnTo>
                <a:lnTo>
                  <a:pt x="6162675" y="695325"/>
                </a:lnTo>
                <a:lnTo>
                  <a:pt x="6162675" y="714375"/>
                </a:lnTo>
                <a:lnTo>
                  <a:pt x="6124575" y="742950"/>
                </a:lnTo>
                <a:lnTo>
                  <a:pt x="6124575" y="762000"/>
                </a:lnTo>
                <a:lnTo>
                  <a:pt x="6086475" y="790575"/>
                </a:lnTo>
                <a:lnTo>
                  <a:pt x="6086475" y="809625"/>
                </a:lnTo>
                <a:lnTo>
                  <a:pt x="6057900" y="828675"/>
                </a:lnTo>
                <a:lnTo>
                  <a:pt x="6057900" y="847725"/>
                </a:lnTo>
                <a:lnTo>
                  <a:pt x="6019800" y="876300"/>
                </a:lnTo>
                <a:lnTo>
                  <a:pt x="6019800" y="895350"/>
                </a:lnTo>
                <a:lnTo>
                  <a:pt x="5991225" y="914400"/>
                </a:lnTo>
                <a:lnTo>
                  <a:pt x="5991225" y="933450"/>
                </a:lnTo>
                <a:lnTo>
                  <a:pt x="5981700" y="933450"/>
                </a:lnTo>
                <a:lnTo>
                  <a:pt x="5981700" y="942975"/>
                </a:lnTo>
                <a:lnTo>
                  <a:pt x="5953125" y="962025"/>
                </a:lnTo>
                <a:lnTo>
                  <a:pt x="5953125" y="981075"/>
                </a:lnTo>
                <a:lnTo>
                  <a:pt x="5943600" y="981075"/>
                </a:lnTo>
                <a:lnTo>
                  <a:pt x="5953125" y="1019175"/>
                </a:lnTo>
                <a:lnTo>
                  <a:pt x="5962650" y="1019175"/>
                </a:lnTo>
                <a:lnTo>
                  <a:pt x="5962650" y="1028700"/>
                </a:lnTo>
                <a:lnTo>
                  <a:pt x="5991225" y="1047750"/>
                </a:lnTo>
                <a:lnTo>
                  <a:pt x="5991225" y="1066800"/>
                </a:lnTo>
                <a:lnTo>
                  <a:pt x="6029325" y="1095375"/>
                </a:lnTo>
                <a:lnTo>
                  <a:pt x="6029325" y="1114425"/>
                </a:lnTo>
                <a:lnTo>
                  <a:pt x="6057900" y="1133475"/>
                </a:lnTo>
                <a:lnTo>
                  <a:pt x="6057900" y="1152525"/>
                </a:lnTo>
                <a:lnTo>
                  <a:pt x="6096000" y="1181100"/>
                </a:lnTo>
                <a:lnTo>
                  <a:pt x="6096000" y="1200150"/>
                </a:lnTo>
                <a:lnTo>
                  <a:pt x="6124575" y="1219200"/>
                </a:lnTo>
                <a:lnTo>
                  <a:pt x="6124575" y="1238250"/>
                </a:lnTo>
                <a:lnTo>
                  <a:pt x="6162675" y="1266825"/>
                </a:lnTo>
                <a:lnTo>
                  <a:pt x="6162675" y="1285875"/>
                </a:lnTo>
                <a:lnTo>
                  <a:pt x="6191250" y="1304925"/>
                </a:lnTo>
                <a:lnTo>
                  <a:pt x="6191250" y="1323975"/>
                </a:lnTo>
                <a:lnTo>
                  <a:pt x="6229350" y="1352550"/>
                </a:lnTo>
                <a:lnTo>
                  <a:pt x="6229350" y="1371600"/>
                </a:lnTo>
                <a:lnTo>
                  <a:pt x="6257925" y="1390650"/>
                </a:lnTo>
                <a:lnTo>
                  <a:pt x="6257925" y="1409700"/>
                </a:lnTo>
                <a:lnTo>
                  <a:pt x="6296025" y="1438275"/>
                </a:lnTo>
                <a:lnTo>
                  <a:pt x="6296025" y="1457325"/>
                </a:lnTo>
                <a:lnTo>
                  <a:pt x="6324600" y="1476375"/>
                </a:lnTo>
                <a:lnTo>
                  <a:pt x="6324600" y="1495425"/>
                </a:lnTo>
                <a:lnTo>
                  <a:pt x="6334125" y="1495425"/>
                </a:lnTo>
                <a:lnTo>
                  <a:pt x="6334125" y="1504950"/>
                </a:lnTo>
                <a:lnTo>
                  <a:pt x="6362700" y="1524000"/>
                </a:lnTo>
                <a:lnTo>
                  <a:pt x="6362700" y="1543050"/>
                </a:lnTo>
                <a:lnTo>
                  <a:pt x="6400800" y="1571625"/>
                </a:lnTo>
                <a:lnTo>
                  <a:pt x="6400800" y="1590675"/>
                </a:lnTo>
                <a:lnTo>
                  <a:pt x="6410325" y="1590675"/>
                </a:lnTo>
                <a:lnTo>
                  <a:pt x="6410325" y="1600200"/>
                </a:lnTo>
                <a:lnTo>
                  <a:pt x="6429375" y="1609725"/>
                </a:lnTo>
                <a:lnTo>
                  <a:pt x="6429375" y="1628775"/>
                </a:lnTo>
                <a:lnTo>
                  <a:pt x="6467475" y="1657350"/>
                </a:lnTo>
                <a:lnTo>
                  <a:pt x="6467475" y="1676400"/>
                </a:lnTo>
                <a:lnTo>
                  <a:pt x="6477000" y="1676400"/>
                </a:lnTo>
                <a:lnTo>
                  <a:pt x="6477000" y="1685925"/>
                </a:lnTo>
                <a:lnTo>
                  <a:pt x="6496050" y="1695450"/>
                </a:lnTo>
                <a:lnTo>
                  <a:pt x="6496050" y="1714500"/>
                </a:lnTo>
                <a:lnTo>
                  <a:pt x="6534150" y="1743075"/>
                </a:lnTo>
                <a:lnTo>
                  <a:pt x="6534150" y="1762125"/>
                </a:lnTo>
                <a:lnTo>
                  <a:pt x="6562725" y="1781175"/>
                </a:lnTo>
                <a:lnTo>
                  <a:pt x="6562725" y="1800225"/>
                </a:lnTo>
                <a:lnTo>
                  <a:pt x="6600825" y="1828800"/>
                </a:lnTo>
                <a:lnTo>
                  <a:pt x="6600825" y="1847850"/>
                </a:lnTo>
                <a:lnTo>
                  <a:pt x="6629400" y="1866900"/>
                </a:lnTo>
                <a:lnTo>
                  <a:pt x="6629400" y="1885950"/>
                </a:lnTo>
                <a:lnTo>
                  <a:pt x="6667500" y="1914525"/>
                </a:lnTo>
                <a:lnTo>
                  <a:pt x="6667500" y="1933575"/>
                </a:lnTo>
                <a:lnTo>
                  <a:pt x="6705600" y="1962150"/>
                </a:lnTo>
                <a:lnTo>
                  <a:pt x="6705600" y="1981200"/>
                </a:lnTo>
                <a:lnTo>
                  <a:pt x="6162675" y="1981200"/>
                </a:lnTo>
                <a:lnTo>
                  <a:pt x="6162675" y="1971675"/>
                </a:lnTo>
                <a:lnTo>
                  <a:pt x="6124575" y="1943100"/>
                </a:lnTo>
                <a:lnTo>
                  <a:pt x="6124575" y="1924050"/>
                </a:lnTo>
                <a:lnTo>
                  <a:pt x="6096000" y="1905000"/>
                </a:lnTo>
                <a:lnTo>
                  <a:pt x="6096000" y="1885950"/>
                </a:lnTo>
                <a:lnTo>
                  <a:pt x="6057900" y="1857375"/>
                </a:lnTo>
                <a:lnTo>
                  <a:pt x="6057900" y="1838325"/>
                </a:lnTo>
                <a:lnTo>
                  <a:pt x="6019800" y="1809750"/>
                </a:lnTo>
                <a:lnTo>
                  <a:pt x="6019800" y="1790700"/>
                </a:lnTo>
                <a:lnTo>
                  <a:pt x="5991225" y="1771650"/>
                </a:lnTo>
                <a:lnTo>
                  <a:pt x="5991225" y="1752600"/>
                </a:lnTo>
                <a:lnTo>
                  <a:pt x="5953125" y="1724025"/>
                </a:lnTo>
                <a:lnTo>
                  <a:pt x="5953125" y="1704975"/>
                </a:lnTo>
                <a:lnTo>
                  <a:pt x="5924550" y="1685925"/>
                </a:lnTo>
                <a:lnTo>
                  <a:pt x="5924550" y="1666875"/>
                </a:lnTo>
                <a:lnTo>
                  <a:pt x="5886450" y="1638300"/>
                </a:lnTo>
                <a:lnTo>
                  <a:pt x="5886450" y="1619250"/>
                </a:lnTo>
                <a:lnTo>
                  <a:pt x="5857875" y="1600200"/>
                </a:lnTo>
                <a:lnTo>
                  <a:pt x="5857875" y="1581150"/>
                </a:lnTo>
                <a:lnTo>
                  <a:pt x="5819775" y="1552575"/>
                </a:lnTo>
                <a:lnTo>
                  <a:pt x="5819775" y="1533525"/>
                </a:lnTo>
                <a:lnTo>
                  <a:pt x="5791200" y="1514475"/>
                </a:lnTo>
                <a:lnTo>
                  <a:pt x="5791200" y="1495425"/>
                </a:lnTo>
                <a:lnTo>
                  <a:pt x="5781675" y="1495425"/>
                </a:lnTo>
                <a:lnTo>
                  <a:pt x="5781675" y="1485900"/>
                </a:lnTo>
                <a:lnTo>
                  <a:pt x="5753100" y="1466850"/>
                </a:lnTo>
                <a:lnTo>
                  <a:pt x="5753100" y="1447800"/>
                </a:lnTo>
                <a:lnTo>
                  <a:pt x="5715000" y="1419225"/>
                </a:lnTo>
                <a:lnTo>
                  <a:pt x="5715000" y="1400175"/>
                </a:lnTo>
                <a:lnTo>
                  <a:pt x="5686425" y="1381125"/>
                </a:lnTo>
                <a:lnTo>
                  <a:pt x="5686425" y="1362075"/>
                </a:lnTo>
                <a:lnTo>
                  <a:pt x="5648325" y="1333500"/>
                </a:lnTo>
                <a:lnTo>
                  <a:pt x="5648325" y="1314450"/>
                </a:lnTo>
                <a:lnTo>
                  <a:pt x="5619750" y="1295400"/>
                </a:lnTo>
                <a:lnTo>
                  <a:pt x="5619750" y="1276350"/>
                </a:lnTo>
                <a:lnTo>
                  <a:pt x="5581650" y="1247775"/>
                </a:lnTo>
                <a:lnTo>
                  <a:pt x="5581650" y="1228725"/>
                </a:lnTo>
                <a:lnTo>
                  <a:pt x="5553075" y="1209675"/>
                </a:lnTo>
                <a:lnTo>
                  <a:pt x="5553075" y="1190625"/>
                </a:lnTo>
                <a:lnTo>
                  <a:pt x="5514975" y="1162050"/>
                </a:lnTo>
                <a:lnTo>
                  <a:pt x="5514975" y="1143000"/>
                </a:lnTo>
                <a:lnTo>
                  <a:pt x="5486400" y="1123950"/>
                </a:lnTo>
                <a:lnTo>
                  <a:pt x="5486400" y="1104900"/>
                </a:lnTo>
                <a:lnTo>
                  <a:pt x="5448300" y="1076325"/>
                </a:lnTo>
                <a:lnTo>
                  <a:pt x="5448300" y="1057275"/>
                </a:lnTo>
                <a:lnTo>
                  <a:pt x="5419725" y="1038225"/>
                </a:lnTo>
                <a:lnTo>
                  <a:pt x="5419725" y="1019175"/>
                </a:lnTo>
                <a:lnTo>
                  <a:pt x="5391150" y="1000125"/>
                </a:lnTo>
                <a:lnTo>
                  <a:pt x="5391150" y="981075"/>
                </a:lnTo>
                <a:lnTo>
                  <a:pt x="5410200" y="971550"/>
                </a:lnTo>
                <a:lnTo>
                  <a:pt x="5410200" y="952500"/>
                </a:lnTo>
                <a:lnTo>
                  <a:pt x="5448300" y="923925"/>
                </a:lnTo>
                <a:lnTo>
                  <a:pt x="5448300" y="904875"/>
                </a:lnTo>
                <a:lnTo>
                  <a:pt x="5457825" y="904875"/>
                </a:lnTo>
                <a:lnTo>
                  <a:pt x="5457825" y="895350"/>
                </a:lnTo>
                <a:lnTo>
                  <a:pt x="5476875" y="885825"/>
                </a:lnTo>
                <a:lnTo>
                  <a:pt x="5476875" y="866775"/>
                </a:lnTo>
                <a:lnTo>
                  <a:pt x="5514975" y="838200"/>
                </a:lnTo>
                <a:lnTo>
                  <a:pt x="5514975" y="819150"/>
                </a:lnTo>
                <a:lnTo>
                  <a:pt x="5553075" y="790575"/>
                </a:lnTo>
                <a:lnTo>
                  <a:pt x="5553075" y="771525"/>
                </a:lnTo>
                <a:lnTo>
                  <a:pt x="5581650" y="752475"/>
                </a:lnTo>
                <a:lnTo>
                  <a:pt x="5581650" y="733425"/>
                </a:lnTo>
                <a:lnTo>
                  <a:pt x="5619750" y="704850"/>
                </a:lnTo>
                <a:lnTo>
                  <a:pt x="5619750" y="685800"/>
                </a:lnTo>
                <a:lnTo>
                  <a:pt x="5648325" y="666750"/>
                </a:lnTo>
                <a:lnTo>
                  <a:pt x="5648325" y="647700"/>
                </a:lnTo>
                <a:lnTo>
                  <a:pt x="5686425" y="619125"/>
                </a:lnTo>
                <a:lnTo>
                  <a:pt x="5686425" y="600075"/>
                </a:lnTo>
                <a:lnTo>
                  <a:pt x="5715000" y="581025"/>
                </a:lnTo>
                <a:lnTo>
                  <a:pt x="5715000" y="561975"/>
                </a:lnTo>
                <a:lnTo>
                  <a:pt x="5724525" y="561975"/>
                </a:lnTo>
                <a:lnTo>
                  <a:pt x="5724525" y="552450"/>
                </a:lnTo>
                <a:lnTo>
                  <a:pt x="5753100" y="533400"/>
                </a:lnTo>
                <a:lnTo>
                  <a:pt x="5753100" y="514350"/>
                </a:lnTo>
                <a:lnTo>
                  <a:pt x="5781675" y="495300"/>
                </a:lnTo>
                <a:lnTo>
                  <a:pt x="5781675" y="476250"/>
                </a:lnTo>
                <a:lnTo>
                  <a:pt x="5791200" y="476250"/>
                </a:lnTo>
                <a:lnTo>
                  <a:pt x="5791200" y="466725"/>
                </a:lnTo>
                <a:lnTo>
                  <a:pt x="5819775" y="447675"/>
                </a:lnTo>
                <a:lnTo>
                  <a:pt x="5819775" y="428625"/>
                </a:lnTo>
                <a:lnTo>
                  <a:pt x="5857875" y="400050"/>
                </a:lnTo>
                <a:lnTo>
                  <a:pt x="5857875" y="381000"/>
                </a:lnTo>
                <a:lnTo>
                  <a:pt x="5867400" y="381000"/>
                </a:lnTo>
                <a:lnTo>
                  <a:pt x="5867400" y="371475"/>
                </a:lnTo>
                <a:lnTo>
                  <a:pt x="5886450" y="361950"/>
                </a:lnTo>
                <a:lnTo>
                  <a:pt x="5886450" y="342900"/>
                </a:lnTo>
                <a:lnTo>
                  <a:pt x="5924550" y="314325"/>
                </a:lnTo>
                <a:lnTo>
                  <a:pt x="5924550" y="295275"/>
                </a:lnTo>
                <a:lnTo>
                  <a:pt x="5953125" y="276225"/>
                </a:lnTo>
                <a:lnTo>
                  <a:pt x="5953125" y="257175"/>
                </a:lnTo>
                <a:lnTo>
                  <a:pt x="5991225" y="228600"/>
                </a:lnTo>
                <a:lnTo>
                  <a:pt x="5991225" y="209550"/>
                </a:lnTo>
                <a:lnTo>
                  <a:pt x="6019800" y="190500"/>
                </a:lnTo>
                <a:lnTo>
                  <a:pt x="6019800" y="171450"/>
                </a:lnTo>
                <a:lnTo>
                  <a:pt x="6057900" y="142875"/>
                </a:lnTo>
                <a:lnTo>
                  <a:pt x="6057900" y="123825"/>
                </a:lnTo>
                <a:lnTo>
                  <a:pt x="6086475" y="104775"/>
                </a:lnTo>
                <a:lnTo>
                  <a:pt x="6086475" y="85725"/>
                </a:lnTo>
                <a:lnTo>
                  <a:pt x="6124575" y="57150"/>
                </a:lnTo>
                <a:lnTo>
                  <a:pt x="6124575" y="38100"/>
                </a:lnTo>
                <a:lnTo>
                  <a:pt x="6153150" y="19050"/>
                </a:lnTo>
                <a:close/>
                <a:moveTo>
                  <a:pt x="7010400" y="0"/>
                </a:moveTo>
                <a:lnTo>
                  <a:pt x="8715375" y="0"/>
                </a:lnTo>
                <a:lnTo>
                  <a:pt x="8715375" y="400050"/>
                </a:lnTo>
                <a:lnTo>
                  <a:pt x="7448550" y="400050"/>
                </a:lnTo>
                <a:lnTo>
                  <a:pt x="7448550" y="790575"/>
                </a:lnTo>
                <a:lnTo>
                  <a:pt x="8439150" y="790575"/>
                </a:lnTo>
                <a:lnTo>
                  <a:pt x="8439150" y="1190625"/>
                </a:lnTo>
                <a:lnTo>
                  <a:pt x="7648575" y="1190625"/>
                </a:lnTo>
                <a:lnTo>
                  <a:pt x="7448550" y="1190625"/>
                </a:lnTo>
                <a:lnTo>
                  <a:pt x="7448550" y="1581150"/>
                </a:lnTo>
                <a:lnTo>
                  <a:pt x="8715375" y="1581150"/>
                </a:lnTo>
                <a:lnTo>
                  <a:pt x="8715375" y="1981200"/>
                </a:lnTo>
                <a:lnTo>
                  <a:pt x="7010400" y="1981200"/>
                </a:lnTo>
                <a:close/>
                <a:moveTo>
                  <a:pt x="9115425" y="0"/>
                </a:moveTo>
                <a:lnTo>
                  <a:pt x="10372725" y="0"/>
                </a:lnTo>
                <a:lnTo>
                  <a:pt x="10372725" y="9525"/>
                </a:lnTo>
                <a:lnTo>
                  <a:pt x="10429875" y="9525"/>
                </a:lnTo>
                <a:lnTo>
                  <a:pt x="10429875" y="19050"/>
                </a:lnTo>
                <a:lnTo>
                  <a:pt x="10458450" y="19050"/>
                </a:lnTo>
                <a:lnTo>
                  <a:pt x="10458450" y="28575"/>
                </a:lnTo>
                <a:lnTo>
                  <a:pt x="10496550" y="28575"/>
                </a:lnTo>
                <a:lnTo>
                  <a:pt x="10496550" y="38100"/>
                </a:lnTo>
                <a:lnTo>
                  <a:pt x="10515600" y="38100"/>
                </a:lnTo>
                <a:lnTo>
                  <a:pt x="10515600" y="47625"/>
                </a:lnTo>
                <a:lnTo>
                  <a:pt x="10544175" y="47625"/>
                </a:lnTo>
                <a:lnTo>
                  <a:pt x="10544175" y="57150"/>
                </a:lnTo>
                <a:lnTo>
                  <a:pt x="10582275" y="66675"/>
                </a:lnTo>
                <a:lnTo>
                  <a:pt x="10582275" y="76200"/>
                </a:lnTo>
                <a:lnTo>
                  <a:pt x="10601325" y="76200"/>
                </a:lnTo>
                <a:lnTo>
                  <a:pt x="10610850" y="95250"/>
                </a:lnTo>
                <a:lnTo>
                  <a:pt x="10648950" y="104775"/>
                </a:lnTo>
                <a:lnTo>
                  <a:pt x="10658475" y="123825"/>
                </a:lnTo>
                <a:lnTo>
                  <a:pt x="10677525" y="123825"/>
                </a:lnTo>
                <a:lnTo>
                  <a:pt x="10715625" y="171450"/>
                </a:lnTo>
                <a:lnTo>
                  <a:pt x="10734675" y="171450"/>
                </a:lnTo>
                <a:lnTo>
                  <a:pt x="10734675" y="180975"/>
                </a:lnTo>
                <a:lnTo>
                  <a:pt x="10782300" y="219075"/>
                </a:lnTo>
                <a:lnTo>
                  <a:pt x="10782300" y="238125"/>
                </a:lnTo>
                <a:lnTo>
                  <a:pt x="10820400" y="266700"/>
                </a:lnTo>
                <a:lnTo>
                  <a:pt x="10820400" y="285750"/>
                </a:lnTo>
                <a:lnTo>
                  <a:pt x="10829925" y="285750"/>
                </a:lnTo>
                <a:lnTo>
                  <a:pt x="10839450" y="314325"/>
                </a:lnTo>
                <a:lnTo>
                  <a:pt x="10858500" y="323850"/>
                </a:lnTo>
                <a:lnTo>
                  <a:pt x="10858500" y="342900"/>
                </a:lnTo>
                <a:lnTo>
                  <a:pt x="10868025" y="342900"/>
                </a:lnTo>
                <a:lnTo>
                  <a:pt x="10868025" y="361950"/>
                </a:lnTo>
                <a:lnTo>
                  <a:pt x="10877550" y="361950"/>
                </a:lnTo>
                <a:lnTo>
                  <a:pt x="10877550" y="381000"/>
                </a:lnTo>
                <a:lnTo>
                  <a:pt x="10887075" y="381000"/>
                </a:lnTo>
                <a:lnTo>
                  <a:pt x="10887075" y="400050"/>
                </a:lnTo>
                <a:lnTo>
                  <a:pt x="10896600" y="400050"/>
                </a:lnTo>
                <a:lnTo>
                  <a:pt x="10896600" y="419100"/>
                </a:lnTo>
                <a:lnTo>
                  <a:pt x="10906125" y="419100"/>
                </a:lnTo>
                <a:lnTo>
                  <a:pt x="10906125" y="447675"/>
                </a:lnTo>
                <a:lnTo>
                  <a:pt x="10915650" y="447675"/>
                </a:lnTo>
                <a:lnTo>
                  <a:pt x="10915650" y="476250"/>
                </a:lnTo>
                <a:lnTo>
                  <a:pt x="10925175" y="476250"/>
                </a:lnTo>
                <a:lnTo>
                  <a:pt x="10925175" y="514350"/>
                </a:lnTo>
                <a:lnTo>
                  <a:pt x="10934700" y="514350"/>
                </a:lnTo>
                <a:lnTo>
                  <a:pt x="10934700" y="552450"/>
                </a:lnTo>
                <a:lnTo>
                  <a:pt x="10944225" y="552450"/>
                </a:lnTo>
                <a:lnTo>
                  <a:pt x="10953750" y="723900"/>
                </a:lnTo>
                <a:lnTo>
                  <a:pt x="10944225" y="723900"/>
                </a:lnTo>
                <a:lnTo>
                  <a:pt x="10944225" y="800100"/>
                </a:lnTo>
                <a:lnTo>
                  <a:pt x="10934700" y="800100"/>
                </a:lnTo>
                <a:lnTo>
                  <a:pt x="10925175" y="876300"/>
                </a:lnTo>
                <a:lnTo>
                  <a:pt x="10915650" y="876300"/>
                </a:lnTo>
                <a:lnTo>
                  <a:pt x="10915650" y="904875"/>
                </a:lnTo>
                <a:lnTo>
                  <a:pt x="10906125" y="904875"/>
                </a:lnTo>
                <a:lnTo>
                  <a:pt x="10906125" y="923925"/>
                </a:lnTo>
                <a:lnTo>
                  <a:pt x="10896600" y="923925"/>
                </a:lnTo>
                <a:lnTo>
                  <a:pt x="10896600" y="952500"/>
                </a:lnTo>
                <a:lnTo>
                  <a:pt x="10887075" y="952500"/>
                </a:lnTo>
                <a:lnTo>
                  <a:pt x="10877550" y="990600"/>
                </a:lnTo>
                <a:lnTo>
                  <a:pt x="10858500" y="1000125"/>
                </a:lnTo>
                <a:lnTo>
                  <a:pt x="10848975" y="1038225"/>
                </a:lnTo>
                <a:lnTo>
                  <a:pt x="10829925" y="1047750"/>
                </a:lnTo>
                <a:lnTo>
                  <a:pt x="10829925" y="1066800"/>
                </a:lnTo>
                <a:lnTo>
                  <a:pt x="10782300" y="1104900"/>
                </a:lnTo>
                <a:lnTo>
                  <a:pt x="10782300" y="1123950"/>
                </a:lnTo>
                <a:lnTo>
                  <a:pt x="10772775" y="1123950"/>
                </a:lnTo>
                <a:lnTo>
                  <a:pt x="10744200" y="1162050"/>
                </a:lnTo>
                <a:lnTo>
                  <a:pt x="10725150" y="1162050"/>
                </a:lnTo>
                <a:lnTo>
                  <a:pt x="10696575" y="1200150"/>
                </a:lnTo>
                <a:lnTo>
                  <a:pt x="10677525" y="1200150"/>
                </a:lnTo>
                <a:lnTo>
                  <a:pt x="10658475" y="1228725"/>
                </a:lnTo>
                <a:lnTo>
                  <a:pt x="10620375" y="1238250"/>
                </a:lnTo>
                <a:lnTo>
                  <a:pt x="10610850" y="1257300"/>
                </a:lnTo>
                <a:lnTo>
                  <a:pt x="10563225" y="1266825"/>
                </a:lnTo>
                <a:lnTo>
                  <a:pt x="10563225" y="1276350"/>
                </a:lnTo>
                <a:lnTo>
                  <a:pt x="10544175" y="1276350"/>
                </a:lnTo>
                <a:lnTo>
                  <a:pt x="10544175" y="1285875"/>
                </a:lnTo>
                <a:lnTo>
                  <a:pt x="10525125" y="1285875"/>
                </a:lnTo>
                <a:lnTo>
                  <a:pt x="10525125" y="1295400"/>
                </a:lnTo>
                <a:lnTo>
                  <a:pt x="10496550" y="1295400"/>
                </a:lnTo>
                <a:lnTo>
                  <a:pt x="10496550" y="1304925"/>
                </a:lnTo>
                <a:lnTo>
                  <a:pt x="10458450" y="1304925"/>
                </a:lnTo>
                <a:lnTo>
                  <a:pt x="10458450" y="1323975"/>
                </a:lnTo>
                <a:lnTo>
                  <a:pt x="10487025" y="1343025"/>
                </a:lnTo>
                <a:lnTo>
                  <a:pt x="10487025" y="1362075"/>
                </a:lnTo>
                <a:lnTo>
                  <a:pt x="10515600" y="1381125"/>
                </a:lnTo>
                <a:lnTo>
                  <a:pt x="10515600" y="1400175"/>
                </a:lnTo>
                <a:lnTo>
                  <a:pt x="10553700" y="1428750"/>
                </a:lnTo>
                <a:lnTo>
                  <a:pt x="10553700" y="1447800"/>
                </a:lnTo>
                <a:lnTo>
                  <a:pt x="10591800" y="1476375"/>
                </a:lnTo>
                <a:lnTo>
                  <a:pt x="10591800" y="1495425"/>
                </a:lnTo>
                <a:lnTo>
                  <a:pt x="10620375" y="1514475"/>
                </a:lnTo>
                <a:lnTo>
                  <a:pt x="10620375" y="1533525"/>
                </a:lnTo>
                <a:lnTo>
                  <a:pt x="10658475" y="1562100"/>
                </a:lnTo>
                <a:lnTo>
                  <a:pt x="10658475" y="1581150"/>
                </a:lnTo>
                <a:lnTo>
                  <a:pt x="10668000" y="1581150"/>
                </a:lnTo>
                <a:lnTo>
                  <a:pt x="10668000" y="1590675"/>
                </a:lnTo>
                <a:lnTo>
                  <a:pt x="10687050" y="1600200"/>
                </a:lnTo>
                <a:lnTo>
                  <a:pt x="10687050" y="1619250"/>
                </a:lnTo>
                <a:lnTo>
                  <a:pt x="10725150" y="1647825"/>
                </a:lnTo>
                <a:lnTo>
                  <a:pt x="10725150" y="1666875"/>
                </a:lnTo>
                <a:lnTo>
                  <a:pt x="10734675" y="1666875"/>
                </a:lnTo>
                <a:lnTo>
                  <a:pt x="10734675" y="1676400"/>
                </a:lnTo>
                <a:lnTo>
                  <a:pt x="10753725" y="1685925"/>
                </a:lnTo>
                <a:lnTo>
                  <a:pt x="10753725" y="1704975"/>
                </a:lnTo>
                <a:lnTo>
                  <a:pt x="10791825" y="1733550"/>
                </a:lnTo>
                <a:lnTo>
                  <a:pt x="10791825" y="1752600"/>
                </a:lnTo>
                <a:lnTo>
                  <a:pt x="10801350" y="1752600"/>
                </a:lnTo>
                <a:lnTo>
                  <a:pt x="10801350" y="1762125"/>
                </a:lnTo>
                <a:lnTo>
                  <a:pt x="10820400" y="1771650"/>
                </a:lnTo>
                <a:lnTo>
                  <a:pt x="10820400" y="1790700"/>
                </a:lnTo>
                <a:lnTo>
                  <a:pt x="10858500" y="1819275"/>
                </a:lnTo>
                <a:lnTo>
                  <a:pt x="10858500" y="1838325"/>
                </a:lnTo>
                <a:lnTo>
                  <a:pt x="10896600" y="1866900"/>
                </a:lnTo>
                <a:lnTo>
                  <a:pt x="10896600" y="1885950"/>
                </a:lnTo>
                <a:lnTo>
                  <a:pt x="10925175" y="1905000"/>
                </a:lnTo>
                <a:lnTo>
                  <a:pt x="10925175" y="1924050"/>
                </a:lnTo>
                <a:lnTo>
                  <a:pt x="10963275" y="1952625"/>
                </a:lnTo>
                <a:lnTo>
                  <a:pt x="10972800" y="1981200"/>
                </a:lnTo>
                <a:lnTo>
                  <a:pt x="10458450" y="1981200"/>
                </a:lnTo>
                <a:lnTo>
                  <a:pt x="10458450" y="1971675"/>
                </a:lnTo>
                <a:lnTo>
                  <a:pt x="10439400" y="1962150"/>
                </a:lnTo>
                <a:lnTo>
                  <a:pt x="10439400" y="1943100"/>
                </a:lnTo>
                <a:lnTo>
                  <a:pt x="10401300" y="1914525"/>
                </a:lnTo>
                <a:lnTo>
                  <a:pt x="10401300" y="1895475"/>
                </a:lnTo>
                <a:lnTo>
                  <a:pt x="10363200" y="1866900"/>
                </a:lnTo>
                <a:lnTo>
                  <a:pt x="10363200" y="1847850"/>
                </a:lnTo>
                <a:lnTo>
                  <a:pt x="10334625" y="1828800"/>
                </a:lnTo>
                <a:lnTo>
                  <a:pt x="10334625" y="1809750"/>
                </a:lnTo>
                <a:lnTo>
                  <a:pt x="10325100" y="1809750"/>
                </a:lnTo>
                <a:lnTo>
                  <a:pt x="10325100" y="1800225"/>
                </a:lnTo>
                <a:lnTo>
                  <a:pt x="10296525" y="1781175"/>
                </a:lnTo>
                <a:lnTo>
                  <a:pt x="10296525" y="1762125"/>
                </a:lnTo>
                <a:lnTo>
                  <a:pt x="10267950" y="1743075"/>
                </a:lnTo>
                <a:lnTo>
                  <a:pt x="10267950" y="1724025"/>
                </a:lnTo>
                <a:lnTo>
                  <a:pt x="10229850" y="1695450"/>
                </a:lnTo>
                <a:lnTo>
                  <a:pt x="10229850" y="1676400"/>
                </a:lnTo>
                <a:lnTo>
                  <a:pt x="10201275" y="1657350"/>
                </a:lnTo>
                <a:lnTo>
                  <a:pt x="10201275" y="1638300"/>
                </a:lnTo>
                <a:lnTo>
                  <a:pt x="10163175" y="1609725"/>
                </a:lnTo>
                <a:lnTo>
                  <a:pt x="10163175" y="1590675"/>
                </a:lnTo>
                <a:lnTo>
                  <a:pt x="10134600" y="1571625"/>
                </a:lnTo>
                <a:lnTo>
                  <a:pt x="10134600" y="1552575"/>
                </a:lnTo>
                <a:lnTo>
                  <a:pt x="10125075" y="1552575"/>
                </a:lnTo>
                <a:lnTo>
                  <a:pt x="10125075" y="1543050"/>
                </a:lnTo>
                <a:lnTo>
                  <a:pt x="10096500" y="1524000"/>
                </a:lnTo>
                <a:lnTo>
                  <a:pt x="10096500" y="1504950"/>
                </a:lnTo>
                <a:lnTo>
                  <a:pt x="10058400" y="1476375"/>
                </a:lnTo>
                <a:lnTo>
                  <a:pt x="10058400" y="1457325"/>
                </a:lnTo>
                <a:lnTo>
                  <a:pt x="10029825" y="1438275"/>
                </a:lnTo>
                <a:lnTo>
                  <a:pt x="10029825" y="1419225"/>
                </a:lnTo>
                <a:lnTo>
                  <a:pt x="9991725" y="1390650"/>
                </a:lnTo>
                <a:lnTo>
                  <a:pt x="9991725" y="1371600"/>
                </a:lnTo>
                <a:lnTo>
                  <a:pt x="9963150" y="1352550"/>
                </a:lnTo>
                <a:lnTo>
                  <a:pt x="9963150" y="1333500"/>
                </a:lnTo>
                <a:lnTo>
                  <a:pt x="9925050" y="1304925"/>
                </a:lnTo>
                <a:lnTo>
                  <a:pt x="9925050" y="1285875"/>
                </a:lnTo>
                <a:lnTo>
                  <a:pt x="9896475" y="1266825"/>
                </a:lnTo>
                <a:lnTo>
                  <a:pt x="9896475" y="1247775"/>
                </a:lnTo>
                <a:lnTo>
                  <a:pt x="9886950" y="1247775"/>
                </a:lnTo>
                <a:lnTo>
                  <a:pt x="9886950" y="1238250"/>
                </a:lnTo>
                <a:lnTo>
                  <a:pt x="9858375" y="1219200"/>
                </a:lnTo>
                <a:lnTo>
                  <a:pt x="9858375" y="1200150"/>
                </a:lnTo>
                <a:lnTo>
                  <a:pt x="9839325" y="1190625"/>
                </a:lnTo>
                <a:lnTo>
                  <a:pt x="9829800" y="1162050"/>
                </a:lnTo>
                <a:lnTo>
                  <a:pt x="9791700" y="1133475"/>
                </a:lnTo>
                <a:lnTo>
                  <a:pt x="9791700" y="1114425"/>
                </a:lnTo>
                <a:lnTo>
                  <a:pt x="9753600" y="1085850"/>
                </a:lnTo>
                <a:lnTo>
                  <a:pt x="9753600" y="1066800"/>
                </a:lnTo>
                <a:lnTo>
                  <a:pt x="9725025" y="1047750"/>
                </a:lnTo>
                <a:lnTo>
                  <a:pt x="9725025" y="1028700"/>
                </a:lnTo>
                <a:lnTo>
                  <a:pt x="9686925" y="1000125"/>
                </a:lnTo>
                <a:lnTo>
                  <a:pt x="9686925" y="981075"/>
                </a:lnTo>
                <a:lnTo>
                  <a:pt x="10248900" y="981075"/>
                </a:lnTo>
                <a:lnTo>
                  <a:pt x="10248900" y="971550"/>
                </a:lnTo>
                <a:lnTo>
                  <a:pt x="10296525" y="971550"/>
                </a:lnTo>
                <a:lnTo>
                  <a:pt x="10296525" y="962025"/>
                </a:lnTo>
                <a:lnTo>
                  <a:pt x="10325100" y="962025"/>
                </a:lnTo>
                <a:lnTo>
                  <a:pt x="10325100" y="952500"/>
                </a:lnTo>
                <a:lnTo>
                  <a:pt x="10372725" y="942975"/>
                </a:lnTo>
                <a:lnTo>
                  <a:pt x="10382250" y="923925"/>
                </a:lnTo>
                <a:lnTo>
                  <a:pt x="10401300" y="923925"/>
                </a:lnTo>
                <a:lnTo>
                  <a:pt x="10401300" y="914400"/>
                </a:lnTo>
                <a:lnTo>
                  <a:pt x="10458450" y="866775"/>
                </a:lnTo>
                <a:lnTo>
                  <a:pt x="10458450" y="847725"/>
                </a:lnTo>
                <a:lnTo>
                  <a:pt x="10477500" y="838200"/>
                </a:lnTo>
                <a:lnTo>
                  <a:pt x="10487025" y="790575"/>
                </a:lnTo>
                <a:lnTo>
                  <a:pt x="10496550" y="790575"/>
                </a:lnTo>
                <a:lnTo>
                  <a:pt x="10496550" y="771525"/>
                </a:lnTo>
                <a:lnTo>
                  <a:pt x="10506075" y="771525"/>
                </a:lnTo>
                <a:lnTo>
                  <a:pt x="10515600" y="647700"/>
                </a:lnTo>
                <a:lnTo>
                  <a:pt x="10506075" y="647700"/>
                </a:lnTo>
                <a:lnTo>
                  <a:pt x="10506075" y="609600"/>
                </a:lnTo>
                <a:lnTo>
                  <a:pt x="10496550" y="609600"/>
                </a:lnTo>
                <a:lnTo>
                  <a:pt x="10487025" y="552450"/>
                </a:lnTo>
                <a:lnTo>
                  <a:pt x="10467975" y="542925"/>
                </a:lnTo>
                <a:lnTo>
                  <a:pt x="10467975" y="523875"/>
                </a:lnTo>
                <a:lnTo>
                  <a:pt x="10448925" y="514350"/>
                </a:lnTo>
                <a:lnTo>
                  <a:pt x="10448925" y="495300"/>
                </a:lnTo>
                <a:lnTo>
                  <a:pt x="10439400" y="495300"/>
                </a:lnTo>
                <a:lnTo>
                  <a:pt x="10410825" y="457200"/>
                </a:lnTo>
                <a:lnTo>
                  <a:pt x="10391775" y="457200"/>
                </a:lnTo>
                <a:lnTo>
                  <a:pt x="10382250" y="438150"/>
                </a:lnTo>
                <a:lnTo>
                  <a:pt x="10363200" y="438150"/>
                </a:lnTo>
                <a:lnTo>
                  <a:pt x="10363200" y="428625"/>
                </a:lnTo>
                <a:lnTo>
                  <a:pt x="10344150" y="428625"/>
                </a:lnTo>
                <a:lnTo>
                  <a:pt x="10344150" y="419100"/>
                </a:lnTo>
                <a:lnTo>
                  <a:pt x="10325100" y="419100"/>
                </a:lnTo>
                <a:lnTo>
                  <a:pt x="10325100" y="409575"/>
                </a:lnTo>
                <a:lnTo>
                  <a:pt x="10296525" y="409575"/>
                </a:lnTo>
                <a:lnTo>
                  <a:pt x="10296525" y="400050"/>
                </a:lnTo>
                <a:lnTo>
                  <a:pt x="9563100" y="400050"/>
                </a:lnTo>
                <a:lnTo>
                  <a:pt x="9563100" y="390525"/>
                </a:lnTo>
                <a:lnTo>
                  <a:pt x="9553575" y="390525"/>
                </a:lnTo>
                <a:lnTo>
                  <a:pt x="9553575" y="1981200"/>
                </a:lnTo>
                <a:lnTo>
                  <a:pt x="9115425" y="19812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2" name="architecture-title#1"/>
          <p:cNvSpPr>
            <a:spLocks noGrp="1"/>
          </p:cNvSpPr>
          <p:nvPr/>
        </p:nvSpPr>
        <p:spPr>
          <a:xfrm>
            <a:off x="2351510" y="1817347"/>
            <a:ext cx="47030195" cy="2298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89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1389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1389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OntoCare 全链路技术架构与自进化机制</a:t>
            </a:r>
            <a:r>
              <a:rPr lang="en-US" sz="1389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lang="zh-CN" altLang="en-US" sz="1389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技术架构</a:t>
            </a:r>
            <a:endParaRPr lang="zh-CN" altLang="en-US" sz="1389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architecture-subtitle#2"/>
          <p:cNvSpPr>
            <a:spLocks noGrp="1"/>
          </p:cNvSpPr>
          <p:nvPr/>
        </p:nvSpPr>
        <p:spPr>
          <a:xfrm>
            <a:off x="2404953" y="4035579"/>
            <a:ext cx="46762978" cy="136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7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757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7575" b="0">
                <a:solidFill>
                  <a:srgbClr val="00CB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图谱 + 向量混合召回</a:t>
            </a:r>
            <a:r>
              <a:rPr sz="7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，服务端校验与人工审核闭环</a:t>
            </a:r>
            <a:endParaRPr sz="75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architecture-context#3"/>
          <p:cNvSpPr>
            <a:spLocks noGrp="1"/>
          </p:cNvSpPr>
          <p:nvPr/>
        </p:nvSpPr>
        <p:spPr>
          <a:xfrm>
            <a:off x="2458397" y="5425315"/>
            <a:ext cx="44090807" cy="775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42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42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420" b="0">
                <a:solidFill>
                  <a:srgbClr val="ADBD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GraphRAG 思路 × 售后场景本体化 · 架构设计</a:t>
            </a:r>
            <a:endParaRPr sz="4420" b="0">
              <a:solidFill>
                <a:srgbClr val="ADBDC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architecture-module#4"/>
          <p:cNvSpPr>
            <a:spLocks noGrp="1"/>
          </p:cNvSpPr>
          <p:nvPr/>
        </p:nvSpPr>
        <p:spPr>
          <a:xfrm>
            <a:off x="1603302" y="6307262"/>
            <a:ext cx="47965454" cy="2913100"/>
          </a:xfrm>
          <a:prstGeom prst="roundRect">
            <a:avLst>
              <a:gd name="adj" fmla="val 11927"/>
            </a:avLst>
          </a:prstGeom>
          <a:solidFill>
            <a:srgbClr val="031B1C"/>
          </a:solidFill>
          <a:ln w="32071">
            <a:solidFill>
              <a:srgbClr val="70E8CA"/>
            </a:solidFill>
          </a:ln>
        </p:spPr>
      </p:sp>
      <p:sp>
        <p:nvSpPr>
          <p:cNvPr id="6" name="step-number#5"/>
          <p:cNvSpPr>
            <a:spLocks noGrp="1"/>
          </p:cNvSpPr>
          <p:nvPr/>
        </p:nvSpPr>
        <p:spPr>
          <a:xfrm>
            <a:off x="2111014" y="6536302"/>
            <a:ext cx="1416250" cy="11721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155" b="0">
                <a:solidFill>
                  <a:srgbClr val="70E8CA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7155" b="0">
                <a:solidFill>
                  <a:srgbClr val="70E8CA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7155" b="0">
                <a:solidFill>
                  <a:srgbClr val="70E8CA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02</a:t>
            </a:r>
            <a:endParaRPr sz="7155" b="0">
              <a:solidFill>
                <a:srgbClr val="70E8CA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7" name="line#6"/>
          <p:cNvSpPr>
            <a:spLocks noGrp="1"/>
          </p:cNvSpPr>
          <p:nvPr/>
        </p:nvSpPr>
        <p:spPr>
          <a:xfrm>
            <a:off x="3714317" y="6734873"/>
            <a:ext cx="26722" cy="721594"/>
          </a:xfrm>
          <a:custGeom>
            <a:avLst/>
            <a:gdLst/>
            <a:ahLst/>
            <a:cxnLst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42761">
            <a:solidFill>
              <a:srgbClr val="70E8CA"/>
            </a:solidFill>
          </a:ln>
        </p:spPr>
      </p:sp>
      <p:sp>
        <p:nvSpPr>
          <p:cNvPr id="8" name="step-title#7"/>
          <p:cNvSpPr>
            <a:spLocks noGrp="1"/>
          </p:cNvSpPr>
          <p:nvPr/>
        </p:nvSpPr>
        <p:spPr>
          <a:xfrm>
            <a:off x="4141864" y="6547794"/>
            <a:ext cx="6092548" cy="11492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05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505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50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双本体构建（离线）</a:t>
            </a:r>
            <a:endParaRPr sz="50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9" name="text#8"/>
          <p:cNvSpPr>
            <a:spLocks noGrp="1"/>
          </p:cNvSpPr>
          <p:nvPr/>
        </p:nvSpPr>
        <p:spPr>
          <a:xfrm>
            <a:off x="2137736" y="7777175"/>
            <a:ext cx="7882902" cy="8284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0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00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000" b="0">
                <a:solidFill>
                  <a:srgbClr val="ADBD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自上而下 Schema + 售后专家</a:t>
            </a:r>
            <a:endParaRPr sz="4000" b="0">
              <a:solidFill>
                <a:srgbClr val="ADBDC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architecture-module#9"/>
          <p:cNvSpPr>
            <a:spLocks noGrp="1"/>
          </p:cNvSpPr>
          <p:nvPr/>
        </p:nvSpPr>
        <p:spPr>
          <a:xfrm>
            <a:off x="10394742" y="6815050"/>
            <a:ext cx="6145991" cy="1924250"/>
          </a:xfrm>
          <a:prstGeom prst="roundRect">
            <a:avLst>
              <a:gd name="adj" fmla="val 13889"/>
            </a:avLst>
          </a:prstGeom>
          <a:solidFill>
            <a:srgbClr val="04272B"/>
          </a:solidFill>
          <a:ln w="32071">
            <a:solidFill>
              <a:srgbClr val="397A79"/>
            </a:solidFill>
          </a:ln>
        </p:spPr>
      </p:sp>
      <p:sp>
        <p:nvSpPr>
          <p:cNvPr id="11" name="icon-database#10"/>
          <p:cNvSpPr>
            <a:spLocks noGrp="1"/>
          </p:cNvSpPr>
          <p:nvPr/>
        </p:nvSpPr>
        <p:spPr>
          <a:xfrm>
            <a:off x="10795567" y="7376290"/>
            <a:ext cx="801651" cy="801771"/>
          </a:xfrm>
          <a:custGeom>
            <a:avLst/>
            <a:gdLst/>
            <a:ahLst/>
            <a:cxnLst/>
            <a:pathLst>
              <a:path w="228600" h="228600">
                <a:moveTo>
                  <a:pt x="19050" y="47625"/>
                </a:moveTo>
                <a:cubicBezTo>
                  <a:pt x="19050" y="0"/>
                  <a:pt x="209550" y="0"/>
                  <a:pt x="209550" y="47625"/>
                </a:cubicBezTo>
                <a:cubicBezTo>
                  <a:pt x="209550" y="95250"/>
                  <a:pt x="19050" y="95250"/>
                  <a:pt x="19050" y="47625"/>
                </a:cubicBezTo>
                <a:close/>
                <a:moveTo>
                  <a:pt x="19050" y="47625"/>
                </a:moveTo>
                <a:lnTo>
                  <a:pt x="19050" y="190500"/>
                </a:lnTo>
                <a:cubicBezTo>
                  <a:pt x="28575" y="238125"/>
                  <a:pt x="200025" y="238125"/>
                  <a:pt x="209550" y="190500"/>
                </a:cubicBezTo>
                <a:lnTo>
                  <a:pt x="209550" y="47625"/>
                </a:lnTo>
                <a:moveTo>
                  <a:pt x="19050" y="114300"/>
                </a:moveTo>
                <a:cubicBezTo>
                  <a:pt x="19050" y="161925"/>
                  <a:pt x="209550" y="161925"/>
                  <a:pt x="209550" y="114300"/>
                </a:cubicBezTo>
              </a:path>
            </a:pathLst>
          </a:custGeom>
          <a:noFill/>
          <a:ln w="60133">
            <a:solidFill>
              <a:srgbClr val="70E8CA"/>
            </a:solidFill>
          </a:ln>
        </p:spPr>
      </p:sp>
      <p:sp>
        <p:nvSpPr>
          <p:cNvPr id="12" name="text#11"/>
          <p:cNvSpPr>
            <a:spLocks noGrp="1"/>
          </p:cNvSpPr>
          <p:nvPr/>
        </p:nvSpPr>
        <p:spPr>
          <a:xfrm>
            <a:off x="12024766" y="7135759"/>
            <a:ext cx="4409081" cy="12561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1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21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21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 / 订单 / SOP</a:t>
            </a:r>
            <a:endParaRPr sz="421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line#12"/>
          <p:cNvSpPr>
            <a:spLocks noGrp="1"/>
          </p:cNvSpPr>
          <p:nvPr/>
        </p:nvSpPr>
        <p:spPr>
          <a:xfrm>
            <a:off x="16567455" y="7777175"/>
            <a:ext cx="748208" cy="26726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64142">
            <a:solidFill>
              <a:srgbClr val="70E8CA"/>
            </a:solidFill>
          </a:ln>
        </p:spPr>
      </p:sp>
      <p:sp>
        <p:nvSpPr>
          <p:cNvPr id="14" name="path#13"/>
          <p:cNvSpPr>
            <a:spLocks noGrp="1"/>
          </p:cNvSpPr>
          <p:nvPr/>
        </p:nvSpPr>
        <p:spPr>
          <a:xfrm>
            <a:off x="17075167" y="7643547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70E8CA"/>
          </a:solidFill>
          <a:ln w="26726">
            <a:noFill/>
          </a:ln>
        </p:spPr>
      </p:sp>
      <p:sp>
        <p:nvSpPr>
          <p:cNvPr id="15" name="architecture-module#14"/>
          <p:cNvSpPr>
            <a:spLocks noGrp="1"/>
          </p:cNvSpPr>
          <p:nvPr/>
        </p:nvSpPr>
        <p:spPr>
          <a:xfrm>
            <a:off x="17422549" y="6761599"/>
            <a:ext cx="8604388" cy="2057878"/>
          </a:xfrm>
          <a:prstGeom prst="roundRect">
            <a:avLst>
              <a:gd name="adj" fmla="val 12987"/>
            </a:avLst>
          </a:prstGeom>
          <a:solidFill>
            <a:srgbClr val="04272B"/>
          </a:solidFill>
          <a:ln w="32071">
            <a:solidFill>
              <a:srgbClr val="397A79"/>
            </a:solidFill>
          </a:ln>
        </p:spPr>
      </p:sp>
      <p:sp>
        <p:nvSpPr>
          <p:cNvPr id="16" name="text#15"/>
          <p:cNvSpPr>
            <a:spLocks noGrp="1"/>
          </p:cNvSpPr>
          <p:nvPr/>
        </p:nvSpPr>
        <p:spPr>
          <a:xfrm>
            <a:off x="17850097" y="6841776"/>
            <a:ext cx="7749293" cy="8819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84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84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84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清洗、映射与规则定义</a:t>
            </a:r>
            <a:endParaRPr sz="484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17" name="text#16"/>
          <p:cNvSpPr>
            <a:spLocks noGrp="1"/>
          </p:cNvSpPr>
          <p:nvPr/>
        </p:nvSpPr>
        <p:spPr>
          <a:xfrm>
            <a:off x="17850097" y="7803901"/>
            <a:ext cx="7749293" cy="748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1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21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210" b="0">
                <a:solidFill>
                  <a:srgbClr val="ADBD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HyperAuto 自动化集成理念</a:t>
            </a:r>
            <a:endParaRPr sz="4210" b="0">
              <a:solidFill>
                <a:srgbClr val="ADBDC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line#17"/>
          <p:cNvSpPr>
            <a:spLocks noGrp="1"/>
          </p:cNvSpPr>
          <p:nvPr/>
        </p:nvSpPr>
        <p:spPr>
          <a:xfrm>
            <a:off x="26053659" y="7777175"/>
            <a:ext cx="721486" cy="26726"/>
          </a:xfrm>
          <a:custGeom>
            <a:avLst/>
            <a:gdLst/>
            <a:ahLst/>
            <a:cxnLst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64142">
            <a:solidFill>
              <a:srgbClr val="70E8CA"/>
            </a:solidFill>
          </a:ln>
        </p:spPr>
      </p:sp>
      <p:sp>
        <p:nvSpPr>
          <p:cNvPr id="19" name="path#18"/>
          <p:cNvSpPr>
            <a:spLocks noGrp="1"/>
          </p:cNvSpPr>
          <p:nvPr/>
        </p:nvSpPr>
        <p:spPr>
          <a:xfrm>
            <a:off x="26534650" y="7643547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70E8CA"/>
          </a:solidFill>
          <a:ln w="26726">
            <a:noFill/>
          </a:ln>
        </p:spPr>
      </p:sp>
      <p:sp>
        <p:nvSpPr>
          <p:cNvPr id="20" name="architecture-module#19"/>
          <p:cNvSpPr>
            <a:spLocks noGrp="1"/>
          </p:cNvSpPr>
          <p:nvPr/>
        </p:nvSpPr>
        <p:spPr>
          <a:xfrm>
            <a:off x="26882032" y="6761599"/>
            <a:ext cx="9566369" cy="2057878"/>
          </a:xfrm>
          <a:prstGeom prst="roundRect">
            <a:avLst>
              <a:gd name="adj" fmla="val 12987"/>
            </a:avLst>
          </a:prstGeom>
          <a:solidFill>
            <a:srgbClr val="04272B"/>
          </a:solidFill>
          <a:ln w="32071">
            <a:solidFill>
              <a:srgbClr val="397A79"/>
            </a:solidFill>
          </a:ln>
        </p:spPr>
      </p:sp>
      <p:sp>
        <p:nvSpPr>
          <p:cNvPr id="21" name="icon-tree#20"/>
          <p:cNvSpPr>
            <a:spLocks noGrp="1"/>
          </p:cNvSpPr>
          <p:nvPr/>
        </p:nvSpPr>
        <p:spPr>
          <a:xfrm>
            <a:off x="27309579" y="7322839"/>
            <a:ext cx="908538" cy="908673"/>
          </a:xfrm>
          <a:custGeom>
            <a:avLst/>
            <a:gdLst/>
            <a:ahLst/>
            <a:cxnLst/>
            <a:pathLst>
              <a:path w="228600" h="228600">
                <a:moveTo>
                  <a:pt x="133350" y="28575"/>
                </a:moveTo>
                <a:cubicBezTo>
                  <a:pt x="133350" y="39096"/>
                  <a:pt x="124821" y="47625"/>
                  <a:pt x="114300" y="47625"/>
                </a:cubicBezTo>
                <a:cubicBezTo>
                  <a:pt x="103779" y="47625"/>
                  <a:pt x="95250" y="39096"/>
                  <a:pt x="95250" y="28575"/>
                </a:cubicBezTo>
                <a:cubicBezTo>
                  <a:pt x="95250" y="18054"/>
                  <a:pt x="103779" y="9525"/>
                  <a:pt x="114300" y="9525"/>
                </a:cubicBezTo>
                <a:cubicBezTo>
                  <a:pt x="124821" y="9525"/>
                  <a:pt x="133350" y="18054"/>
                  <a:pt x="133350" y="28575"/>
                </a:cubicBezTo>
                <a:close/>
                <a:moveTo>
                  <a:pt x="47625" y="200025"/>
                </a:moveTo>
                <a:cubicBezTo>
                  <a:pt x="47625" y="210546"/>
                  <a:pt x="39096" y="219075"/>
                  <a:pt x="28575" y="219075"/>
                </a:cubicBezTo>
                <a:cubicBezTo>
                  <a:pt x="18054" y="219075"/>
                  <a:pt x="9525" y="210546"/>
                  <a:pt x="9525" y="200025"/>
                </a:cubicBezTo>
                <a:cubicBezTo>
                  <a:pt x="9525" y="189504"/>
                  <a:pt x="18054" y="180975"/>
                  <a:pt x="28575" y="180975"/>
                </a:cubicBezTo>
                <a:cubicBezTo>
                  <a:pt x="39096" y="180975"/>
                  <a:pt x="47625" y="189504"/>
                  <a:pt x="47625" y="200025"/>
                </a:cubicBezTo>
                <a:close/>
                <a:moveTo>
                  <a:pt x="219075" y="200025"/>
                </a:moveTo>
                <a:cubicBezTo>
                  <a:pt x="219075" y="210546"/>
                  <a:pt x="210546" y="219075"/>
                  <a:pt x="200025" y="219075"/>
                </a:cubicBezTo>
                <a:cubicBezTo>
                  <a:pt x="189504" y="219075"/>
                  <a:pt x="180975" y="210546"/>
                  <a:pt x="180975" y="200025"/>
                </a:cubicBezTo>
                <a:cubicBezTo>
                  <a:pt x="180975" y="189504"/>
                  <a:pt x="189504" y="180975"/>
                  <a:pt x="200025" y="180975"/>
                </a:cubicBezTo>
                <a:cubicBezTo>
                  <a:pt x="210546" y="180975"/>
                  <a:pt x="219075" y="189504"/>
                  <a:pt x="219075" y="200025"/>
                </a:cubicBezTo>
                <a:close/>
                <a:moveTo>
                  <a:pt x="114300" y="47625"/>
                </a:moveTo>
                <a:lnTo>
                  <a:pt x="114300" y="123825"/>
                </a:lnTo>
                <a:lnTo>
                  <a:pt x="28575" y="123825"/>
                </a:lnTo>
                <a:lnTo>
                  <a:pt x="28575" y="180975"/>
                </a:lnTo>
                <a:moveTo>
                  <a:pt x="114300" y="123825"/>
                </a:moveTo>
                <a:lnTo>
                  <a:pt x="200025" y="123825"/>
                </a:lnTo>
                <a:lnTo>
                  <a:pt x="200025" y="180975"/>
                </a:lnTo>
              </a:path>
            </a:pathLst>
          </a:custGeom>
          <a:noFill/>
          <a:ln w="68151">
            <a:solidFill>
              <a:srgbClr val="70E8CA"/>
            </a:solidFill>
          </a:ln>
        </p:spPr>
      </p:sp>
      <p:sp>
        <p:nvSpPr>
          <p:cNvPr id="22" name="text#21"/>
          <p:cNvSpPr>
            <a:spLocks noGrp="1"/>
          </p:cNvSpPr>
          <p:nvPr/>
        </p:nvSpPr>
        <p:spPr>
          <a:xfrm>
            <a:off x="28672386" y="6788325"/>
            <a:ext cx="7482076" cy="8819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05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505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50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Service Ontology</a:t>
            </a:r>
            <a:endParaRPr sz="50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23" name="text#22"/>
          <p:cNvSpPr>
            <a:spLocks noGrp="1"/>
          </p:cNvSpPr>
          <p:nvPr/>
        </p:nvSpPr>
        <p:spPr>
          <a:xfrm>
            <a:off x="28672386" y="7750450"/>
            <a:ext cx="7482076" cy="8819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05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505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50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Decision Ontology</a:t>
            </a:r>
            <a:endParaRPr sz="50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24" name="line#23"/>
          <p:cNvSpPr>
            <a:spLocks noGrp="1"/>
          </p:cNvSpPr>
          <p:nvPr/>
        </p:nvSpPr>
        <p:spPr>
          <a:xfrm>
            <a:off x="36501844" y="7777175"/>
            <a:ext cx="1710189" cy="26726"/>
          </a:xfrm>
          <a:custGeom>
            <a:avLst/>
            <a:gdLst/>
            <a:ahLst/>
            <a:cxnLst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64142">
            <a:solidFill>
              <a:srgbClr val="70E8CA"/>
            </a:solidFill>
          </a:ln>
        </p:spPr>
      </p:sp>
      <p:sp>
        <p:nvSpPr>
          <p:cNvPr id="25" name="line#24"/>
          <p:cNvSpPr>
            <a:spLocks noGrp="1"/>
          </p:cNvSpPr>
          <p:nvPr/>
        </p:nvSpPr>
        <p:spPr>
          <a:xfrm>
            <a:off x="38212033" y="7215936"/>
            <a:ext cx="26722" cy="1175930"/>
          </a:xfrm>
          <a:custGeom>
            <a:avLst/>
            <a:gdLst/>
            <a:ahLst/>
            <a:cxnLst/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64142">
            <a:solidFill>
              <a:srgbClr val="70E8CA"/>
            </a:solidFill>
          </a:ln>
        </p:spPr>
      </p:sp>
      <p:sp>
        <p:nvSpPr>
          <p:cNvPr id="26" name="line#25"/>
          <p:cNvSpPr>
            <a:spLocks noGrp="1"/>
          </p:cNvSpPr>
          <p:nvPr/>
        </p:nvSpPr>
        <p:spPr>
          <a:xfrm>
            <a:off x="38212033" y="7215936"/>
            <a:ext cx="1523137" cy="26726"/>
          </a:xfrm>
          <a:custGeom>
            <a:avLst/>
            <a:gdLst/>
            <a:ahLst/>
            <a:cxnLst/>
            <a:pathLst>
              <a:path w="542925" h="952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64142">
            <a:solidFill>
              <a:srgbClr val="70E8CA"/>
            </a:solidFill>
          </a:ln>
        </p:spPr>
      </p:sp>
      <p:sp>
        <p:nvSpPr>
          <p:cNvPr id="27" name="path#26"/>
          <p:cNvSpPr>
            <a:spLocks noGrp="1"/>
          </p:cNvSpPr>
          <p:nvPr/>
        </p:nvSpPr>
        <p:spPr>
          <a:xfrm>
            <a:off x="39494675" y="7082307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70E8CA"/>
          </a:solidFill>
          <a:ln w="26726">
            <a:noFill/>
          </a:ln>
        </p:spPr>
      </p:sp>
      <p:sp>
        <p:nvSpPr>
          <p:cNvPr id="28" name="line#27"/>
          <p:cNvSpPr>
            <a:spLocks noGrp="1"/>
          </p:cNvSpPr>
          <p:nvPr/>
        </p:nvSpPr>
        <p:spPr>
          <a:xfrm>
            <a:off x="38212033" y="8391866"/>
            <a:ext cx="1523137" cy="26726"/>
          </a:xfrm>
          <a:custGeom>
            <a:avLst/>
            <a:gdLst/>
            <a:ahLst/>
            <a:cxnLst/>
            <a:pathLst>
              <a:path w="542925" h="952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64142">
            <a:solidFill>
              <a:srgbClr val="70E8CA"/>
            </a:solidFill>
          </a:ln>
        </p:spPr>
      </p:sp>
      <p:sp>
        <p:nvSpPr>
          <p:cNvPr id="29" name="path#28"/>
          <p:cNvSpPr>
            <a:spLocks noGrp="1"/>
          </p:cNvSpPr>
          <p:nvPr/>
        </p:nvSpPr>
        <p:spPr>
          <a:xfrm>
            <a:off x="39494675" y="8258238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70E8CA"/>
          </a:solidFill>
          <a:ln w="26726">
            <a:noFill/>
          </a:ln>
        </p:spPr>
      </p:sp>
      <p:sp>
        <p:nvSpPr>
          <p:cNvPr id="30" name="architecture-module#29"/>
          <p:cNvSpPr>
            <a:spLocks noGrp="1"/>
          </p:cNvSpPr>
          <p:nvPr/>
        </p:nvSpPr>
        <p:spPr>
          <a:xfrm>
            <a:off x="39842057" y="6601245"/>
            <a:ext cx="9112100" cy="1015576"/>
          </a:xfrm>
          <a:prstGeom prst="roundRect">
            <a:avLst>
              <a:gd name="adj" fmla="val 23684"/>
            </a:avLst>
          </a:prstGeom>
          <a:solidFill>
            <a:srgbClr val="04272B"/>
          </a:solidFill>
          <a:ln w="32071">
            <a:solidFill>
              <a:srgbClr val="397A79"/>
            </a:solidFill>
          </a:ln>
        </p:spPr>
      </p:sp>
      <p:sp>
        <p:nvSpPr>
          <p:cNvPr id="31" name="icon-database#30"/>
          <p:cNvSpPr>
            <a:spLocks noGrp="1"/>
          </p:cNvSpPr>
          <p:nvPr/>
        </p:nvSpPr>
        <p:spPr>
          <a:xfrm>
            <a:off x="40269604" y="6788325"/>
            <a:ext cx="641321" cy="641417"/>
          </a:xfrm>
          <a:custGeom>
            <a:avLst/>
            <a:gdLst/>
            <a:ahLst/>
            <a:cxnLst/>
            <a:pathLst>
              <a:path w="228600" h="228600">
                <a:moveTo>
                  <a:pt x="19050" y="47625"/>
                </a:moveTo>
                <a:cubicBezTo>
                  <a:pt x="19050" y="0"/>
                  <a:pt x="209550" y="0"/>
                  <a:pt x="209550" y="47625"/>
                </a:cubicBezTo>
                <a:cubicBezTo>
                  <a:pt x="209550" y="95250"/>
                  <a:pt x="19050" y="95250"/>
                  <a:pt x="19050" y="47625"/>
                </a:cubicBezTo>
                <a:close/>
                <a:moveTo>
                  <a:pt x="19050" y="47625"/>
                </a:moveTo>
                <a:lnTo>
                  <a:pt x="19050" y="190500"/>
                </a:lnTo>
                <a:cubicBezTo>
                  <a:pt x="28575" y="238125"/>
                  <a:pt x="200025" y="238125"/>
                  <a:pt x="209550" y="190500"/>
                </a:cubicBezTo>
                <a:lnTo>
                  <a:pt x="209550" y="47625"/>
                </a:lnTo>
                <a:moveTo>
                  <a:pt x="19050" y="114300"/>
                </a:moveTo>
                <a:cubicBezTo>
                  <a:pt x="19050" y="161925"/>
                  <a:pt x="209550" y="161925"/>
                  <a:pt x="209550" y="114300"/>
                </a:cubicBezTo>
              </a:path>
            </a:pathLst>
          </a:custGeom>
          <a:noFill/>
          <a:ln w="48106">
            <a:solidFill>
              <a:srgbClr val="70E8CA"/>
            </a:solidFill>
          </a:ln>
        </p:spPr>
      </p:sp>
      <p:sp>
        <p:nvSpPr>
          <p:cNvPr id="32" name="text#31"/>
          <p:cNvSpPr>
            <a:spLocks noGrp="1"/>
          </p:cNvSpPr>
          <p:nvPr/>
        </p:nvSpPr>
        <p:spPr>
          <a:xfrm>
            <a:off x="41391916" y="6654696"/>
            <a:ext cx="6974364" cy="8819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84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84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84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图数据库</a:t>
            </a:r>
            <a:endParaRPr sz="484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33" name="architecture-module#32"/>
          <p:cNvSpPr>
            <a:spLocks noGrp="1"/>
          </p:cNvSpPr>
          <p:nvPr/>
        </p:nvSpPr>
        <p:spPr>
          <a:xfrm>
            <a:off x="39842057" y="7884078"/>
            <a:ext cx="9112100" cy="1015576"/>
          </a:xfrm>
          <a:prstGeom prst="roundRect">
            <a:avLst>
              <a:gd name="adj" fmla="val 23684"/>
            </a:avLst>
          </a:prstGeom>
          <a:solidFill>
            <a:srgbClr val="04272B"/>
          </a:solidFill>
          <a:ln w="32071">
            <a:solidFill>
              <a:srgbClr val="397A79"/>
            </a:solidFill>
          </a:ln>
        </p:spPr>
      </p:sp>
      <p:sp>
        <p:nvSpPr>
          <p:cNvPr id="34" name="icon-search#33"/>
          <p:cNvSpPr>
            <a:spLocks noGrp="1"/>
          </p:cNvSpPr>
          <p:nvPr/>
        </p:nvSpPr>
        <p:spPr>
          <a:xfrm>
            <a:off x="40269604" y="8071158"/>
            <a:ext cx="641321" cy="641417"/>
          </a:xfrm>
          <a:custGeom>
            <a:avLst/>
            <a:gdLst/>
            <a:ahLst/>
            <a:cxnLst/>
            <a:pathLst>
              <a:path w="228600" h="228600">
                <a:moveTo>
                  <a:pt x="161925" y="95250"/>
                </a:moveTo>
                <a:cubicBezTo>
                  <a:pt x="161925" y="132074"/>
                  <a:pt x="132074" y="161925"/>
                  <a:pt x="95250" y="161925"/>
                </a:cubicBezTo>
                <a:cubicBezTo>
                  <a:pt x="58426" y="161925"/>
                  <a:pt x="28575" y="132074"/>
                  <a:pt x="28575" y="95250"/>
                </a:cubicBezTo>
                <a:cubicBezTo>
                  <a:pt x="28575" y="58426"/>
                  <a:pt x="58426" y="28575"/>
                  <a:pt x="95250" y="28575"/>
                </a:cubicBezTo>
                <a:cubicBezTo>
                  <a:pt x="132074" y="28575"/>
                  <a:pt x="161925" y="58426"/>
                  <a:pt x="161925" y="95250"/>
                </a:cubicBezTo>
                <a:close/>
                <a:moveTo>
                  <a:pt x="142875" y="142875"/>
                </a:moveTo>
                <a:lnTo>
                  <a:pt x="219075" y="219075"/>
                </a:lnTo>
              </a:path>
            </a:pathLst>
          </a:custGeom>
          <a:noFill/>
          <a:ln w="48106">
            <a:solidFill>
              <a:srgbClr val="94B9FF"/>
            </a:solidFill>
          </a:ln>
        </p:spPr>
      </p:sp>
      <p:sp>
        <p:nvSpPr>
          <p:cNvPr id="35" name="text#34"/>
          <p:cNvSpPr>
            <a:spLocks noGrp="1"/>
          </p:cNvSpPr>
          <p:nvPr/>
        </p:nvSpPr>
        <p:spPr>
          <a:xfrm>
            <a:off x="41391916" y="7937529"/>
            <a:ext cx="6974364" cy="8819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84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84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84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向量库</a:t>
            </a:r>
            <a:endParaRPr sz="484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36" name="line#35"/>
          <p:cNvSpPr>
            <a:spLocks noGrp="1"/>
          </p:cNvSpPr>
          <p:nvPr/>
        </p:nvSpPr>
        <p:spPr>
          <a:xfrm>
            <a:off x="44411468" y="9247088"/>
            <a:ext cx="26722" cy="614691"/>
          </a:xfrm>
          <a:custGeom>
            <a:avLst/>
            <a:gdLst/>
            <a:ahLst/>
            <a:cxnLst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53451">
            <a:solidFill>
              <a:srgbClr val="70E8CA"/>
            </a:solidFill>
          </a:ln>
        </p:spPr>
      </p:sp>
      <p:sp>
        <p:nvSpPr>
          <p:cNvPr id="37" name="line#36"/>
          <p:cNvSpPr>
            <a:spLocks noGrp="1"/>
          </p:cNvSpPr>
          <p:nvPr/>
        </p:nvSpPr>
        <p:spPr>
          <a:xfrm>
            <a:off x="17956983" y="9861779"/>
            <a:ext cx="26454484" cy="26726"/>
          </a:xfrm>
          <a:custGeom>
            <a:avLst/>
            <a:gdLst/>
            <a:ahLst/>
            <a:cxnLst/>
            <a:pathLst>
              <a:path w="9429750" h="9525">
                <a:moveTo>
                  <a:pt x="9429750" y="0"/>
                </a:moveTo>
                <a:lnTo>
                  <a:pt x="0" y="0"/>
                </a:lnTo>
              </a:path>
            </a:pathLst>
          </a:custGeom>
          <a:noFill/>
          <a:ln w="53451">
            <a:solidFill>
              <a:srgbClr val="70E8CA"/>
            </a:solidFill>
          </a:ln>
        </p:spPr>
      </p:sp>
      <p:sp>
        <p:nvSpPr>
          <p:cNvPr id="38" name="line#37"/>
          <p:cNvSpPr>
            <a:spLocks noGrp="1"/>
          </p:cNvSpPr>
          <p:nvPr/>
        </p:nvSpPr>
        <p:spPr>
          <a:xfrm>
            <a:off x="17956983" y="9861779"/>
            <a:ext cx="26722" cy="534514"/>
          </a:xfrm>
          <a:custGeom>
            <a:avLst/>
            <a:gdLst/>
            <a:ahLst/>
            <a:cxnLst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53451">
            <a:solidFill>
              <a:srgbClr val="70E8CA"/>
            </a:solidFill>
          </a:ln>
        </p:spPr>
      </p:sp>
      <p:sp>
        <p:nvSpPr>
          <p:cNvPr id="39" name="path#38"/>
          <p:cNvSpPr>
            <a:spLocks noGrp="1"/>
          </p:cNvSpPr>
          <p:nvPr/>
        </p:nvSpPr>
        <p:spPr>
          <a:xfrm>
            <a:off x="17823375" y="10155762"/>
            <a:ext cx="267217" cy="240531"/>
          </a:xfrm>
          <a:custGeom>
            <a:avLst/>
            <a:gdLst/>
            <a:ahLst/>
            <a:cxnLst/>
            <a:pathLst>
              <a:path w="95250" h="85725">
                <a:moveTo>
                  <a:pt x="47625" y="8572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70E8CA"/>
          </a:solidFill>
          <a:ln w="26726">
            <a:noFill/>
          </a:ln>
        </p:spPr>
      </p:sp>
      <p:sp>
        <p:nvSpPr>
          <p:cNvPr id="40" name="box#39"/>
          <p:cNvSpPr>
            <a:spLocks noGrp="1"/>
          </p:cNvSpPr>
          <p:nvPr/>
        </p:nvSpPr>
        <p:spPr>
          <a:xfrm>
            <a:off x="26588093" y="9380717"/>
            <a:ext cx="11757549" cy="721594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1" name="offline-online-interface#40"/>
          <p:cNvSpPr>
            <a:spLocks noGrp="1"/>
          </p:cNvSpPr>
          <p:nvPr/>
        </p:nvSpPr>
        <p:spPr>
          <a:xfrm>
            <a:off x="26775145" y="9353991"/>
            <a:ext cx="11356723" cy="748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000" b="0">
                <a:solidFill>
                  <a:srgbClr val="70E8C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lnSpc>
                <a:spcPct val="113000"/>
              </a:lnSpc>
              <a:buNone/>
              <a:defRPr sz="4000" b="0">
                <a:solidFill>
                  <a:srgbClr val="70E8C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000" b="0">
                <a:solidFill>
                  <a:srgbClr val="70E8CA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知识子图与语义索引供在线检索使用</a:t>
            </a:r>
            <a:endParaRPr sz="4000" b="0">
              <a:solidFill>
                <a:srgbClr val="70E8CA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42" name="architecture-module#41"/>
          <p:cNvSpPr>
            <a:spLocks noGrp="1"/>
          </p:cNvSpPr>
          <p:nvPr/>
        </p:nvSpPr>
        <p:spPr>
          <a:xfrm>
            <a:off x="1603302" y="10423018"/>
            <a:ext cx="9085378" cy="5264961"/>
          </a:xfrm>
          <a:prstGeom prst="roundRect">
            <a:avLst>
              <a:gd name="adj" fmla="val 6599"/>
            </a:avLst>
          </a:prstGeom>
          <a:solidFill>
            <a:srgbClr val="041827"/>
          </a:solidFill>
          <a:ln w="32071">
            <a:solidFill>
              <a:srgbClr val="00CBE9"/>
            </a:solidFill>
          </a:ln>
        </p:spPr>
      </p:sp>
      <p:sp>
        <p:nvSpPr>
          <p:cNvPr id="43" name="step-number#42"/>
          <p:cNvSpPr>
            <a:spLocks noGrp="1"/>
          </p:cNvSpPr>
          <p:nvPr/>
        </p:nvSpPr>
        <p:spPr>
          <a:xfrm>
            <a:off x="2111014" y="10598606"/>
            <a:ext cx="1416250" cy="11721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155" b="0">
                <a:solidFill>
                  <a:srgbClr val="00CBE9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7155" b="0">
                <a:solidFill>
                  <a:srgbClr val="00CBE9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7155" b="0">
                <a:solidFill>
                  <a:srgbClr val="00CBE9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01</a:t>
            </a:r>
            <a:endParaRPr sz="7155" b="0">
              <a:solidFill>
                <a:srgbClr val="00CBE9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44" name="line#43"/>
          <p:cNvSpPr>
            <a:spLocks noGrp="1"/>
          </p:cNvSpPr>
          <p:nvPr/>
        </p:nvSpPr>
        <p:spPr>
          <a:xfrm>
            <a:off x="3714317" y="10797178"/>
            <a:ext cx="26722" cy="721594"/>
          </a:xfrm>
          <a:custGeom>
            <a:avLst/>
            <a:gdLst/>
            <a:ahLst/>
            <a:cxnLst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42761">
            <a:solidFill>
              <a:srgbClr val="00CBE9"/>
            </a:solidFill>
          </a:ln>
        </p:spPr>
      </p:sp>
      <p:sp>
        <p:nvSpPr>
          <p:cNvPr id="45" name="step-title#44"/>
          <p:cNvSpPr>
            <a:spLocks noGrp="1"/>
          </p:cNvSpPr>
          <p:nvPr/>
        </p:nvSpPr>
        <p:spPr>
          <a:xfrm>
            <a:off x="4141864" y="10610098"/>
            <a:ext cx="6226156" cy="11492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26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526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526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多模态输入与解析</a:t>
            </a:r>
            <a:endParaRPr sz="526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46" name="icon-chat#45"/>
          <p:cNvSpPr>
            <a:spLocks noGrp="1"/>
          </p:cNvSpPr>
          <p:nvPr/>
        </p:nvSpPr>
        <p:spPr>
          <a:xfrm>
            <a:off x="2164458" y="11973108"/>
            <a:ext cx="587877" cy="587965"/>
          </a:xfrm>
          <a:custGeom>
            <a:avLst/>
            <a:gdLst/>
            <a:ahLst/>
            <a:cxnLst/>
            <a:pathLst>
              <a:path w="228600" h="228600">
                <a:moveTo>
                  <a:pt x="38100" y="28575"/>
                </a:moveTo>
                <a:lnTo>
                  <a:pt x="190500" y="28575"/>
                </a:lnTo>
                <a:lnTo>
                  <a:pt x="209550" y="57150"/>
                </a:lnTo>
                <a:lnTo>
                  <a:pt x="209550" y="161925"/>
                </a:lnTo>
                <a:lnTo>
                  <a:pt x="180975" y="190500"/>
                </a:lnTo>
                <a:lnTo>
                  <a:pt x="85725" y="190500"/>
                </a:lnTo>
                <a:lnTo>
                  <a:pt x="28575" y="219075"/>
                </a:lnTo>
                <a:lnTo>
                  <a:pt x="28575" y="76200"/>
                </a:lnTo>
                <a:lnTo>
                  <a:pt x="38100" y="28575"/>
                </a:lnTo>
                <a:close/>
                <a:moveTo>
                  <a:pt x="81915" y="104775"/>
                </a:moveTo>
                <a:cubicBezTo>
                  <a:pt x="81915" y="107931"/>
                  <a:pt x="79356" y="110490"/>
                  <a:pt x="76200" y="110490"/>
                </a:cubicBezTo>
                <a:cubicBezTo>
                  <a:pt x="73044" y="110490"/>
                  <a:pt x="70485" y="107931"/>
                  <a:pt x="70485" y="104775"/>
                </a:cubicBezTo>
                <a:cubicBezTo>
                  <a:pt x="70485" y="101619"/>
                  <a:pt x="73044" y="99060"/>
                  <a:pt x="76200" y="99060"/>
                </a:cubicBezTo>
                <a:cubicBezTo>
                  <a:pt x="79356" y="99060"/>
                  <a:pt x="81915" y="101619"/>
                  <a:pt x="81915" y="104775"/>
                </a:cubicBezTo>
                <a:close/>
                <a:moveTo>
                  <a:pt x="129540" y="104775"/>
                </a:moveTo>
                <a:cubicBezTo>
                  <a:pt x="129540" y="107931"/>
                  <a:pt x="126981" y="110490"/>
                  <a:pt x="123825" y="110490"/>
                </a:cubicBezTo>
                <a:cubicBezTo>
                  <a:pt x="120669" y="110490"/>
                  <a:pt x="118110" y="107931"/>
                  <a:pt x="118110" y="104775"/>
                </a:cubicBezTo>
                <a:cubicBezTo>
                  <a:pt x="118110" y="101619"/>
                  <a:pt x="120669" y="99060"/>
                  <a:pt x="123825" y="99060"/>
                </a:cubicBezTo>
                <a:cubicBezTo>
                  <a:pt x="126981" y="99060"/>
                  <a:pt x="129540" y="101619"/>
                  <a:pt x="129540" y="104775"/>
                </a:cubicBezTo>
                <a:close/>
                <a:moveTo>
                  <a:pt x="177165" y="104775"/>
                </a:moveTo>
                <a:cubicBezTo>
                  <a:pt x="177165" y="107931"/>
                  <a:pt x="174606" y="110490"/>
                  <a:pt x="171450" y="110490"/>
                </a:cubicBezTo>
                <a:cubicBezTo>
                  <a:pt x="168294" y="110490"/>
                  <a:pt x="165735" y="107931"/>
                  <a:pt x="165735" y="104775"/>
                </a:cubicBezTo>
                <a:cubicBezTo>
                  <a:pt x="165735" y="101619"/>
                  <a:pt x="168294" y="99060"/>
                  <a:pt x="171450" y="99060"/>
                </a:cubicBezTo>
                <a:cubicBezTo>
                  <a:pt x="174606" y="99060"/>
                  <a:pt x="177165" y="101619"/>
                  <a:pt x="177165" y="104775"/>
                </a:cubicBezTo>
                <a:close/>
              </a:path>
            </a:pathLst>
          </a:custGeom>
          <a:noFill/>
          <a:ln w="44097">
            <a:solidFill>
              <a:srgbClr val="00CBE9"/>
            </a:solidFill>
          </a:ln>
        </p:spPr>
      </p:sp>
      <p:sp>
        <p:nvSpPr>
          <p:cNvPr id="47" name="text#46"/>
          <p:cNvSpPr>
            <a:spLocks noGrp="1"/>
          </p:cNvSpPr>
          <p:nvPr/>
        </p:nvSpPr>
        <p:spPr>
          <a:xfrm>
            <a:off x="2966109" y="11786028"/>
            <a:ext cx="1442972" cy="9353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63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63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3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文本</a:t>
            </a:r>
            <a:endParaRPr sz="463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48" name="icon-image#47"/>
          <p:cNvSpPr>
            <a:spLocks noGrp="1"/>
          </p:cNvSpPr>
          <p:nvPr/>
        </p:nvSpPr>
        <p:spPr>
          <a:xfrm>
            <a:off x="4756463" y="11973108"/>
            <a:ext cx="587877" cy="587965"/>
          </a:xfrm>
          <a:custGeom>
            <a:avLst/>
            <a:gdLst/>
            <a:ahLst/>
            <a:cxnLst/>
            <a:pathLst>
              <a:path w="228600" h="228600">
                <a:moveTo>
                  <a:pt x="19050" y="19050"/>
                </a:moveTo>
                <a:lnTo>
                  <a:pt x="209550" y="19050"/>
                </a:lnTo>
                <a:lnTo>
                  <a:pt x="209550" y="209550"/>
                </a:lnTo>
                <a:lnTo>
                  <a:pt x="19050" y="209550"/>
                </a:lnTo>
                <a:close/>
                <a:moveTo>
                  <a:pt x="85725" y="66675"/>
                </a:moveTo>
                <a:cubicBezTo>
                  <a:pt x="85725" y="77196"/>
                  <a:pt x="77196" y="85725"/>
                  <a:pt x="66675" y="85725"/>
                </a:cubicBezTo>
                <a:cubicBezTo>
                  <a:pt x="56154" y="85725"/>
                  <a:pt x="47625" y="77196"/>
                  <a:pt x="47625" y="66675"/>
                </a:cubicBezTo>
                <a:cubicBezTo>
                  <a:pt x="47625" y="56154"/>
                  <a:pt x="56154" y="47625"/>
                  <a:pt x="66675" y="47625"/>
                </a:cubicBezTo>
                <a:cubicBezTo>
                  <a:pt x="77196" y="47625"/>
                  <a:pt x="85725" y="56154"/>
                  <a:pt x="85725" y="66675"/>
                </a:cubicBezTo>
                <a:close/>
                <a:moveTo>
                  <a:pt x="28575" y="190500"/>
                </a:moveTo>
                <a:lnTo>
                  <a:pt x="95250" y="114300"/>
                </a:lnTo>
                <a:lnTo>
                  <a:pt x="142875" y="161925"/>
                </a:lnTo>
                <a:lnTo>
                  <a:pt x="180975" y="114300"/>
                </a:lnTo>
                <a:lnTo>
                  <a:pt x="209550" y="161925"/>
                </a:lnTo>
              </a:path>
            </a:pathLst>
          </a:custGeom>
          <a:noFill/>
          <a:ln w="44097">
            <a:solidFill>
              <a:srgbClr val="00CBE9"/>
            </a:solidFill>
          </a:ln>
        </p:spPr>
      </p:sp>
      <p:sp>
        <p:nvSpPr>
          <p:cNvPr id="49" name="text#48"/>
          <p:cNvSpPr>
            <a:spLocks noGrp="1"/>
          </p:cNvSpPr>
          <p:nvPr/>
        </p:nvSpPr>
        <p:spPr>
          <a:xfrm>
            <a:off x="5531392" y="11786028"/>
            <a:ext cx="1416250" cy="9353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63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63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3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图片</a:t>
            </a:r>
            <a:endParaRPr sz="463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50" name="icon-play#49"/>
          <p:cNvSpPr>
            <a:spLocks noGrp="1"/>
          </p:cNvSpPr>
          <p:nvPr/>
        </p:nvSpPr>
        <p:spPr>
          <a:xfrm>
            <a:off x="7268303" y="11973108"/>
            <a:ext cx="587877" cy="587965"/>
          </a:xfrm>
          <a:custGeom>
            <a:avLst/>
            <a:gdLst/>
            <a:ahLst/>
            <a:cxnLst/>
            <a:pathLst>
              <a:path w="228600" h="228600">
                <a:moveTo>
                  <a:pt x="57150" y="19050"/>
                </a:moveTo>
                <a:lnTo>
                  <a:pt x="209550" y="114300"/>
                </a:lnTo>
                <a:lnTo>
                  <a:pt x="57150" y="209550"/>
                </a:lnTo>
                <a:close/>
              </a:path>
            </a:pathLst>
          </a:custGeom>
          <a:noFill/>
          <a:ln w="44097">
            <a:solidFill>
              <a:srgbClr val="00CBE9"/>
            </a:solidFill>
          </a:ln>
        </p:spPr>
      </p:sp>
      <p:sp>
        <p:nvSpPr>
          <p:cNvPr id="51" name="text#50"/>
          <p:cNvSpPr>
            <a:spLocks noGrp="1"/>
          </p:cNvSpPr>
          <p:nvPr/>
        </p:nvSpPr>
        <p:spPr>
          <a:xfrm>
            <a:off x="8069954" y="11786028"/>
            <a:ext cx="2030849" cy="9353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63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63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3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视频</a:t>
            </a:r>
            <a:endParaRPr sz="463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52" name="text#51"/>
          <p:cNvSpPr>
            <a:spLocks noGrp="1"/>
          </p:cNvSpPr>
          <p:nvPr/>
        </p:nvSpPr>
        <p:spPr>
          <a:xfrm>
            <a:off x="2137736" y="12828330"/>
            <a:ext cx="8150119" cy="801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42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42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42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多模态大模型 API 提取线索</a:t>
            </a:r>
            <a:endParaRPr sz="442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text#52"/>
          <p:cNvSpPr>
            <a:spLocks noGrp="1"/>
          </p:cNvSpPr>
          <p:nvPr/>
        </p:nvSpPr>
        <p:spPr>
          <a:xfrm>
            <a:off x="2137736" y="13737004"/>
            <a:ext cx="8176841" cy="7215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895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3895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895" b="0">
                <a:solidFill>
                  <a:srgbClr val="ADBD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现象 / 型号 / 错误码，保留不确定项</a:t>
            </a:r>
            <a:endParaRPr sz="3895" b="0">
              <a:solidFill>
                <a:srgbClr val="ADBDC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#53"/>
          <p:cNvSpPr>
            <a:spLocks noGrp="1"/>
          </p:cNvSpPr>
          <p:nvPr/>
        </p:nvSpPr>
        <p:spPr>
          <a:xfrm>
            <a:off x="2137736" y="14779306"/>
            <a:ext cx="8150119" cy="748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10" b="0">
                <a:solidFill>
                  <a:srgbClr val="00CBE9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210" b="0">
                <a:solidFill>
                  <a:srgbClr val="00CBE9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210" b="0">
                <a:solidFill>
                  <a:srgbClr val="00CB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文字描述 + 原输入形成 Query</a:t>
            </a:r>
            <a:endParaRPr sz="4210" b="0">
              <a:solidFill>
                <a:srgbClr val="00CB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line#54"/>
          <p:cNvSpPr>
            <a:spLocks noGrp="1"/>
          </p:cNvSpPr>
          <p:nvPr/>
        </p:nvSpPr>
        <p:spPr>
          <a:xfrm>
            <a:off x="10715402" y="12961959"/>
            <a:ext cx="721486" cy="26726"/>
          </a:xfrm>
          <a:custGeom>
            <a:avLst/>
            <a:gdLst/>
            <a:ahLst/>
            <a:cxnLst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80177">
            <a:solidFill>
              <a:srgbClr val="00CBE9"/>
            </a:solidFill>
          </a:ln>
        </p:spPr>
      </p:sp>
      <p:sp>
        <p:nvSpPr>
          <p:cNvPr id="56" name="path#55"/>
          <p:cNvSpPr>
            <a:spLocks noGrp="1"/>
          </p:cNvSpPr>
          <p:nvPr/>
        </p:nvSpPr>
        <p:spPr>
          <a:xfrm>
            <a:off x="11196393" y="12828330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CBE9"/>
          </a:solidFill>
          <a:ln w="26726">
            <a:noFill/>
          </a:ln>
        </p:spPr>
      </p:sp>
      <p:sp>
        <p:nvSpPr>
          <p:cNvPr id="57" name="architecture-module#56"/>
          <p:cNvSpPr>
            <a:spLocks noGrp="1"/>
          </p:cNvSpPr>
          <p:nvPr/>
        </p:nvSpPr>
        <p:spPr>
          <a:xfrm>
            <a:off x="11490332" y="10423018"/>
            <a:ext cx="12826417" cy="5264961"/>
          </a:xfrm>
          <a:prstGeom prst="roundRect">
            <a:avLst>
              <a:gd name="adj" fmla="val 6599"/>
            </a:avLst>
          </a:prstGeom>
          <a:solidFill>
            <a:srgbClr val="052522"/>
          </a:solidFill>
          <a:ln w="32071">
            <a:solidFill>
              <a:srgbClr val="70E8CA"/>
            </a:solidFill>
          </a:ln>
        </p:spPr>
      </p:sp>
      <p:sp>
        <p:nvSpPr>
          <p:cNvPr id="58" name="step-number#57"/>
          <p:cNvSpPr>
            <a:spLocks noGrp="1"/>
          </p:cNvSpPr>
          <p:nvPr/>
        </p:nvSpPr>
        <p:spPr>
          <a:xfrm>
            <a:off x="11998044" y="10598606"/>
            <a:ext cx="1416250" cy="11721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155" b="0">
                <a:solidFill>
                  <a:srgbClr val="70E8CA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7155" b="0">
                <a:solidFill>
                  <a:srgbClr val="70E8CA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7155" b="0">
                <a:solidFill>
                  <a:srgbClr val="70E8CA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03</a:t>
            </a:r>
            <a:endParaRPr sz="7155" b="0">
              <a:solidFill>
                <a:srgbClr val="70E8CA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59" name="line#58"/>
          <p:cNvSpPr>
            <a:spLocks noGrp="1"/>
          </p:cNvSpPr>
          <p:nvPr/>
        </p:nvSpPr>
        <p:spPr>
          <a:xfrm>
            <a:off x="13601346" y="10797178"/>
            <a:ext cx="26722" cy="721594"/>
          </a:xfrm>
          <a:custGeom>
            <a:avLst/>
            <a:gdLst/>
            <a:ahLst/>
            <a:cxnLst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42761">
            <a:solidFill>
              <a:srgbClr val="70E8CA"/>
            </a:solidFill>
          </a:ln>
        </p:spPr>
      </p:sp>
      <p:sp>
        <p:nvSpPr>
          <p:cNvPr id="60" name="step-title#59"/>
          <p:cNvSpPr>
            <a:spLocks noGrp="1"/>
          </p:cNvSpPr>
          <p:nvPr/>
        </p:nvSpPr>
        <p:spPr>
          <a:xfrm>
            <a:off x="14028893" y="10610098"/>
            <a:ext cx="9833586" cy="11492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7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547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547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实体限定与混合召回</a:t>
            </a:r>
            <a:endParaRPr sz="547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61" name="text#60"/>
          <p:cNvSpPr>
            <a:spLocks noGrp="1"/>
          </p:cNvSpPr>
          <p:nvPr/>
        </p:nvSpPr>
        <p:spPr>
          <a:xfrm>
            <a:off x="12024766" y="11812754"/>
            <a:ext cx="11757549" cy="8284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84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84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84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实体消歧后，限定唯一产品知识子图</a:t>
            </a:r>
            <a:endParaRPr sz="484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62" name="architecture-module#61"/>
          <p:cNvSpPr>
            <a:spLocks noGrp="1"/>
          </p:cNvSpPr>
          <p:nvPr/>
        </p:nvSpPr>
        <p:spPr>
          <a:xfrm>
            <a:off x="12024766" y="12881782"/>
            <a:ext cx="5611557" cy="1710444"/>
          </a:xfrm>
          <a:prstGeom prst="roundRect">
            <a:avLst>
              <a:gd name="adj" fmla="val 12500"/>
            </a:avLst>
          </a:prstGeom>
          <a:solidFill>
            <a:srgbClr val="052F2C"/>
          </a:solidFill>
          <a:ln w="32071">
            <a:solidFill>
              <a:srgbClr val="33B7A8"/>
            </a:solidFill>
          </a:ln>
        </p:spPr>
      </p:sp>
      <p:sp>
        <p:nvSpPr>
          <p:cNvPr id="63" name="text#62"/>
          <p:cNvSpPr>
            <a:spLocks noGrp="1"/>
          </p:cNvSpPr>
          <p:nvPr/>
        </p:nvSpPr>
        <p:spPr>
          <a:xfrm>
            <a:off x="12291983" y="12935233"/>
            <a:ext cx="5290897" cy="748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10" b="0">
                <a:solidFill>
                  <a:srgbClr val="70E8CA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210" b="0">
                <a:solidFill>
                  <a:srgbClr val="70E8CA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210" b="0">
                <a:solidFill>
                  <a:srgbClr val="70E8C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本体图谱 · 权威依据</a:t>
            </a:r>
            <a:endParaRPr sz="4210" b="0">
              <a:solidFill>
                <a:srgbClr val="70E8C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text#63"/>
          <p:cNvSpPr>
            <a:spLocks noGrp="1"/>
          </p:cNvSpPr>
          <p:nvPr/>
        </p:nvSpPr>
        <p:spPr>
          <a:xfrm>
            <a:off x="12345426" y="13790455"/>
            <a:ext cx="5077123" cy="6948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0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00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0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图推理 / 业务决策</a:t>
            </a:r>
            <a:endParaRPr sz="40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" name="architecture-module#64"/>
          <p:cNvSpPr>
            <a:spLocks noGrp="1"/>
          </p:cNvSpPr>
          <p:nvPr/>
        </p:nvSpPr>
        <p:spPr>
          <a:xfrm>
            <a:off x="18037148" y="12881782"/>
            <a:ext cx="5718444" cy="1710444"/>
          </a:xfrm>
          <a:prstGeom prst="roundRect">
            <a:avLst>
              <a:gd name="adj" fmla="val 12500"/>
            </a:avLst>
          </a:prstGeom>
          <a:solidFill>
            <a:srgbClr val="101F3A"/>
          </a:solidFill>
          <a:ln w="32071">
            <a:solidFill>
              <a:srgbClr val="7CA9EB"/>
            </a:solidFill>
          </a:ln>
        </p:spPr>
      </p:sp>
      <p:sp>
        <p:nvSpPr>
          <p:cNvPr id="66" name="text#65"/>
          <p:cNvSpPr>
            <a:spLocks noGrp="1"/>
          </p:cNvSpPr>
          <p:nvPr/>
        </p:nvSpPr>
        <p:spPr>
          <a:xfrm>
            <a:off x="18331087" y="12935233"/>
            <a:ext cx="5264175" cy="748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10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210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210" b="0">
                <a:solidFill>
                  <a:srgbClr val="94B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向量检索 · 语义补充</a:t>
            </a:r>
            <a:endParaRPr sz="4210" b="0">
              <a:solidFill>
                <a:srgbClr val="94B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text#66"/>
          <p:cNvSpPr>
            <a:spLocks noGrp="1"/>
          </p:cNvSpPr>
          <p:nvPr/>
        </p:nvSpPr>
        <p:spPr>
          <a:xfrm>
            <a:off x="18331087" y="13790455"/>
            <a:ext cx="5264175" cy="6948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895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3895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89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子图内长尾 FAQ / SOP</a:t>
            </a:r>
            <a:endParaRPr sz="389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" name="text#67"/>
          <p:cNvSpPr>
            <a:spLocks noGrp="1"/>
          </p:cNvSpPr>
          <p:nvPr/>
        </p:nvSpPr>
        <p:spPr>
          <a:xfrm>
            <a:off x="12024766" y="14779306"/>
            <a:ext cx="11757549" cy="7215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00" b="0">
                <a:solidFill>
                  <a:srgbClr val="70E8C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000" b="0">
                <a:solidFill>
                  <a:srgbClr val="70E8C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000" b="0">
                <a:solidFill>
                  <a:srgbClr val="70E8CA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歧义未解：先澄清，再限定检索范围</a:t>
            </a:r>
            <a:endParaRPr sz="4000" b="0">
              <a:solidFill>
                <a:srgbClr val="70E8CA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69" name="line#68"/>
          <p:cNvSpPr>
            <a:spLocks noGrp="1"/>
          </p:cNvSpPr>
          <p:nvPr/>
        </p:nvSpPr>
        <p:spPr>
          <a:xfrm>
            <a:off x="24343470" y="12961959"/>
            <a:ext cx="721486" cy="26726"/>
          </a:xfrm>
          <a:custGeom>
            <a:avLst/>
            <a:gdLst/>
            <a:ahLst/>
            <a:cxnLst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80177">
            <a:solidFill>
              <a:srgbClr val="00CBE9"/>
            </a:solidFill>
          </a:ln>
        </p:spPr>
      </p:sp>
      <p:sp>
        <p:nvSpPr>
          <p:cNvPr id="70" name="path#69"/>
          <p:cNvSpPr>
            <a:spLocks noGrp="1"/>
          </p:cNvSpPr>
          <p:nvPr/>
        </p:nvSpPr>
        <p:spPr>
          <a:xfrm>
            <a:off x="24824461" y="12828330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CBE9"/>
          </a:solidFill>
          <a:ln w="26726">
            <a:noFill/>
          </a:ln>
        </p:spPr>
      </p:sp>
      <p:sp>
        <p:nvSpPr>
          <p:cNvPr id="71" name="architecture-module#70"/>
          <p:cNvSpPr>
            <a:spLocks noGrp="1"/>
          </p:cNvSpPr>
          <p:nvPr/>
        </p:nvSpPr>
        <p:spPr>
          <a:xfrm>
            <a:off x="25118399" y="10423018"/>
            <a:ext cx="16300238" cy="5264961"/>
          </a:xfrm>
          <a:prstGeom prst="roundRect">
            <a:avLst>
              <a:gd name="adj" fmla="val 6599"/>
            </a:avLst>
          </a:prstGeom>
          <a:solidFill>
            <a:srgbClr val="0C1628"/>
          </a:solidFill>
          <a:ln w="32071">
            <a:solidFill>
              <a:srgbClr val="94B9FF"/>
            </a:solidFill>
          </a:ln>
        </p:spPr>
      </p:sp>
      <p:sp>
        <p:nvSpPr>
          <p:cNvPr id="72" name="step-number#71"/>
          <p:cNvSpPr>
            <a:spLocks noGrp="1"/>
          </p:cNvSpPr>
          <p:nvPr/>
        </p:nvSpPr>
        <p:spPr>
          <a:xfrm>
            <a:off x="25626112" y="10598606"/>
            <a:ext cx="1416250" cy="11721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155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7155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7155" b="0">
                <a:solidFill>
                  <a:srgbClr val="94B9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04</a:t>
            </a:r>
            <a:endParaRPr sz="7155" b="0">
              <a:solidFill>
                <a:srgbClr val="94B9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73" name="line#72"/>
          <p:cNvSpPr>
            <a:spLocks noGrp="1"/>
          </p:cNvSpPr>
          <p:nvPr/>
        </p:nvSpPr>
        <p:spPr>
          <a:xfrm>
            <a:off x="27229414" y="10797178"/>
            <a:ext cx="26722" cy="721594"/>
          </a:xfrm>
          <a:custGeom>
            <a:avLst/>
            <a:gdLst/>
            <a:ahLst/>
            <a:cxnLst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42761">
            <a:solidFill>
              <a:srgbClr val="94B9FF"/>
            </a:solidFill>
          </a:ln>
        </p:spPr>
      </p:sp>
      <p:sp>
        <p:nvSpPr>
          <p:cNvPr id="74" name="step-title#73"/>
          <p:cNvSpPr>
            <a:spLocks noGrp="1"/>
          </p:cNvSpPr>
          <p:nvPr/>
        </p:nvSpPr>
        <p:spPr>
          <a:xfrm>
            <a:off x="27656961" y="10610098"/>
            <a:ext cx="13307407" cy="11492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7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547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547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大模型生成与二次拦截</a:t>
            </a:r>
            <a:endParaRPr sz="547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75" name="text#74"/>
          <p:cNvSpPr>
            <a:spLocks noGrp="1"/>
          </p:cNvSpPr>
          <p:nvPr/>
        </p:nvSpPr>
        <p:spPr>
          <a:xfrm>
            <a:off x="25652833" y="11732577"/>
            <a:ext cx="15204648" cy="775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42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42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42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Prompt：证据 / Query / 本体关系 / 动作边界</a:t>
            </a:r>
            <a:endParaRPr sz="442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6" name="text#75"/>
          <p:cNvSpPr>
            <a:spLocks noGrp="1"/>
          </p:cNvSpPr>
          <p:nvPr/>
        </p:nvSpPr>
        <p:spPr>
          <a:xfrm>
            <a:off x="25652833" y="12454171"/>
            <a:ext cx="15204648" cy="6414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895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3895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895" b="0">
                <a:solidFill>
                  <a:srgbClr val="ADBD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动作边界：Allowed / Blocked Actions</a:t>
            </a:r>
            <a:endParaRPr sz="3895" b="0">
              <a:solidFill>
                <a:srgbClr val="ADBDC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7" name="architecture-module#76"/>
          <p:cNvSpPr>
            <a:spLocks noGrp="1"/>
          </p:cNvSpPr>
          <p:nvPr/>
        </p:nvSpPr>
        <p:spPr>
          <a:xfrm>
            <a:off x="25652833" y="13416295"/>
            <a:ext cx="4489246" cy="1363010"/>
          </a:xfrm>
          <a:prstGeom prst="roundRect">
            <a:avLst>
              <a:gd name="adj" fmla="val 15686"/>
            </a:avLst>
          </a:prstGeom>
          <a:solidFill>
            <a:srgbClr val="142644"/>
          </a:solidFill>
          <a:ln w="32071">
            <a:solidFill>
              <a:srgbClr val="719BE1"/>
            </a:solidFill>
          </a:ln>
        </p:spPr>
      </p:sp>
      <p:sp>
        <p:nvSpPr>
          <p:cNvPr id="78" name="text#77"/>
          <p:cNvSpPr>
            <a:spLocks noGrp="1"/>
          </p:cNvSpPr>
          <p:nvPr/>
        </p:nvSpPr>
        <p:spPr>
          <a:xfrm>
            <a:off x="25706277" y="13576650"/>
            <a:ext cx="4382359" cy="10155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42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ctr">
              <a:lnSpc>
                <a:spcPct val="113000"/>
              </a:lnSpc>
              <a:buNone/>
              <a:defRPr sz="442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42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DeepSeek LLM</a:t>
            </a:r>
            <a:endParaRPr sz="442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79" name="line#78"/>
          <p:cNvSpPr>
            <a:spLocks noGrp="1"/>
          </p:cNvSpPr>
          <p:nvPr/>
        </p:nvSpPr>
        <p:spPr>
          <a:xfrm>
            <a:off x="30168801" y="14111163"/>
            <a:ext cx="668043" cy="26726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64142">
            <a:solidFill>
              <a:srgbClr val="94B9FF"/>
            </a:solidFill>
          </a:ln>
        </p:spPr>
      </p:sp>
      <p:sp>
        <p:nvSpPr>
          <p:cNvPr id="80" name="path#79"/>
          <p:cNvSpPr>
            <a:spLocks noGrp="1"/>
          </p:cNvSpPr>
          <p:nvPr/>
        </p:nvSpPr>
        <p:spPr>
          <a:xfrm>
            <a:off x="30596348" y="13977535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4B9FF"/>
          </a:solidFill>
          <a:ln w="26726">
            <a:noFill/>
          </a:ln>
        </p:spPr>
      </p:sp>
      <p:sp>
        <p:nvSpPr>
          <p:cNvPr id="81" name="architecture-module#80"/>
          <p:cNvSpPr>
            <a:spLocks noGrp="1"/>
          </p:cNvSpPr>
          <p:nvPr/>
        </p:nvSpPr>
        <p:spPr>
          <a:xfrm>
            <a:off x="30970452" y="13229216"/>
            <a:ext cx="9860308" cy="1683718"/>
          </a:xfrm>
          <a:prstGeom prst="roundRect">
            <a:avLst>
              <a:gd name="adj" fmla="val 12698"/>
            </a:avLst>
          </a:prstGeom>
          <a:solidFill>
            <a:srgbClr val="281722"/>
          </a:solidFill>
          <a:ln w="32071">
            <a:solidFill>
              <a:srgbClr val="D9798C"/>
            </a:solidFill>
          </a:ln>
        </p:spPr>
      </p:sp>
      <p:sp>
        <p:nvSpPr>
          <p:cNvPr id="82" name="icon-shield#81"/>
          <p:cNvSpPr>
            <a:spLocks noGrp="1"/>
          </p:cNvSpPr>
          <p:nvPr/>
        </p:nvSpPr>
        <p:spPr>
          <a:xfrm>
            <a:off x="31317834" y="13630101"/>
            <a:ext cx="774929" cy="775045"/>
          </a:xfrm>
          <a:custGeom>
            <a:avLst/>
            <a:gdLst/>
            <a:ahLst/>
            <a:cxnLst/>
            <a:pathLst>
              <a:path w="228600" h="228600">
                <a:moveTo>
                  <a:pt x="114300" y="19050"/>
                </a:moveTo>
                <a:lnTo>
                  <a:pt x="209550" y="57150"/>
                </a:lnTo>
                <a:lnTo>
                  <a:pt x="200025" y="142875"/>
                </a:lnTo>
                <a:cubicBezTo>
                  <a:pt x="190500" y="180975"/>
                  <a:pt x="152400" y="209550"/>
                  <a:pt x="114300" y="228600"/>
                </a:cubicBezTo>
                <a:cubicBezTo>
                  <a:pt x="76200" y="209550"/>
                  <a:pt x="38100" y="180975"/>
                  <a:pt x="28575" y="142875"/>
                </a:cubicBezTo>
                <a:lnTo>
                  <a:pt x="19050" y="57150"/>
                </a:lnTo>
                <a:close/>
                <a:moveTo>
                  <a:pt x="66675" y="114300"/>
                </a:moveTo>
                <a:lnTo>
                  <a:pt x="104775" y="152400"/>
                </a:lnTo>
                <a:lnTo>
                  <a:pt x="161925" y="76200"/>
                </a:lnTo>
              </a:path>
            </a:pathLst>
          </a:custGeom>
          <a:noFill/>
          <a:ln w="58128">
            <a:solidFill>
              <a:srgbClr val="FF7185"/>
            </a:solidFill>
          </a:ln>
        </p:spPr>
      </p:sp>
      <p:sp>
        <p:nvSpPr>
          <p:cNvPr id="83" name="text#82"/>
          <p:cNvSpPr>
            <a:spLocks noGrp="1"/>
          </p:cNvSpPr>
          <p:nvPr/>
        </p:nvSpPr>
        <p:spPr>
          <a:xfrm>
            <a:off x="32440146" y="13255941"/>
            <a:ext cx="8069954" cy="8017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84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84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84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幻觉检测与服务端二次校验</a:t>
            </a:r>
            <a:endParaRPr sz="484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84" name="text#83"/>
          <p:cNvSpPr>
            <a:spLocks noGrp="1"/>
          </p:cNvSpPr>
          <p:nvPr/>
        </p:nvSpPr>
        <p:spPr>
          <a:xfrm>
            <a:off x="32440146" y="14084438"/>
            <a:ext cx="8069954" cy="6948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0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00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000" b="0">
                <a:solidFill>
                  <a:srgbClr val="ADBD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业务结论 / 引用 / 工具动作</a:t>
            </a:r>
            <a:endParaRPr sz="4000" b="0">
              <a:solidFill>
                <a:srgbClr val="ADBDC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5" name="text#84"/>
          <p:cNvSpPr>
            <a:spLocks noGrp="1"/>
          </p:cNvSpPr>
          <p:nvPr/>
        </p:nvSpPr>
        <p:spPr>
          <a:xfrm>
            <a:off x="25652833" y="15046562"/>
            <a:ext cx="15231370" cy="6146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895" b="0">
                <a:solidFill>
                  <a:srgbClr val="FF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3895" b="0">
                <a:solidFill>
                  <a:srgbClr val="FF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895" b="0">
                <a:solidFill>
                  <a:srgbClr val="FF7185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无依据承诺或越权：强制回退，校验通过再输出</a:t>
            </a:r>
            <a:endParaRPr sz="3895" b="0">
              <a:solidFill>
                <a:srgbClr val="FF7185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86" name="line#85"/>
          <p:cNvSpPr>
            <a:spLocks noGrp="1"/>
          </p:cNvSpPr>
          <p:nvPr/>
        </p:nvSpPr>
        <p:spPr>
          <a:xfrm>
            <a:off x="41445359" y="12961959"/>
            <a:ext cx="721486" cy="26726"/>
          </a:xfrm>
          <a:custGeom>
            <a:avLst/>
            <a:gdLst/>
            <a:ahLst/>
            <a:cxnLst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80177">
            <a:solidFill>
              <a:srgbClr val="00CBE9"/>
            </a:solidFill>
          </a:ln>
        </p:spPr>
      </p:sp>
      <p:sp>
        <p:nvSpPr>
          <p:cNvPr id="87" name="path#86"/>
          <p:cNvSpPr>
            <a:spLocks noGrp="1"/>
          </p:cNvSpPr>
          <p:nvPr/>
        </p:nvSpPr>
        <p:spPr>
          <a:xfrm>
            <a:off x="41926350" y="12828330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CBE9"/>
          </a:solidFill>
          <a:ln w="26726">
            <a:noFill/>
          </a:ln>
        </p:spPr>
      </p:sp>
      <p:sp>
        <p:nvSpPr>
          <p:cNvPr id="88" name="text#87"/>
          <p:cNvSpPr>
            <a:spLocks noGrp="1"/>
          </p:cNvSpPr>
          <p:nvPr/>
        </p:nvSpPr>
        <p:spPr>
          <a:xfrm>
            <a:off x="41017812" y="12160188"/>
            <a:ext cx="1736911" cy="6414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575" b="0">
                <a:solidFill>
                  <a:srgbClr val="00CBE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lnSpc>
                <a:spcPct val="113000"/>
              </a:lnSpc>
              <a:buNone/>
              <a:defRPr sz="3575" b="0">
                <a:solidFill>
                  <a:srgbClr val="00CBE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575" b="0">
                <a:solidFill>
                  <a:srgbClr val="00CBE9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通过</a:t>
            </a:r>
            <a:endParaRPr sz="3575" b="0">
              <a:solidFill>
                <a:srgbClr val="00CBE9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89" name="architecture-module#88"/>
          <p:cNvSpPr>
            <a:spLocks noGrp="1"/>
          </p:cNvSpPr>
          <p:nvPr/>
        </p:nvSpPr>
        <p:spPr>
          <a:xfrm>
            <a:off x="42220288" y="10423018"/>
            <a:ext cx="7348468" cy="5264961"/>
          </a:xfrm>
          <a:prstGeom prst="roundRect">
            <a:avLst>
              <a:gd name="adj" fmla="val 6599"/>
            </a:avLst>
          </a:prstGeom>
          <a:solidFill>
            <a:srgbClr val="101C35"/>
          </a:solidFill>
          <a:ln w="32071">
            <a:solidFill>
              <a:srgbClr val="94B9FF"/>
            </a:solidFill>
          </a:ln>
        </p:spPr>
      </p:sp>
      <p:sp>
        <p:nvSpPr>
          <p:cNvPr id="90" name="step-number#89"/>
          <p:cNvSpPr>
            <a:spLocks noGrp="1"/>
          </p:cNvSpPr>
          <p:nvPr/>
        </p:nvSpPr>
        <p:spPr>
          <a:xfrm>
            <a:off x="42701279" y="10598606"/>
            <a:ext cx="1416250" cy="11721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155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7155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7155" b="0">
                <a:solidFill>
                  <a:srgbClr val="94B9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05</a:t>
            </a:r>
            <a:endParaRPr sz="7155" b="0">
              <a:solidFill>
                <a:srgbClr val="94B9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91" name="line#90"/>
          <p:cNvSpPr>
            <a:spLocks noGrp="1"/>
          </p:cNvSpPr>
          <p:nvPr/>
        </p:nvSpPr>
        <p:spPr>
          <a:xfrm>
            <a:off x="44304581" y="10797178"/>
            <a:ext cx="26722" cy="721594"/>
          </a:xfrm>
          <a:custGeom>
            <a:avLst/>
            <a:gdLst/>
            <a:ahLst/>
            <a:cxnLst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42761">
            <a:solidFill>
              <a:srgbClr val="94B9FF"/>
            </a:solidFill>
          </a:ln>
        </p:spPr>
      </p:sp>
      <p:sp>
        <p:nvSpPr>
          <p:cNvPr id="92" name="step-title#91"/>
          <p:cNvSpPr>
            <a:spLocks noGrp="1"/>
          </p:cNvSpPr>
          <p:nvPr/>
        </p:nvSpPr>
        <p:spPr>
          <a:xfrm>
            <a:off x="44732128" y="10610098"/>
            <a:ext cx="4355637" cy="11492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26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526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526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反馈与捕获</a:t>
            </a:r>
            <a:endParaRPr sz="526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93" name="editable-feedback-thumb#92"/>
          <p:cNvSpPr>
            <a:spLocks noGrp="1"/>
          </p:cNvSpPr>
          <p:nvPr/>
        </p:nvSpPr>
        <p:spPr>
          <a:xfrm>
            <a:off x="42862723" y="12280454"/>
            <a:ext cx="111340" cy="306232"/>
          </a:xfrm>
          <a:custGeom>
            <a:avLst/>
            <a:gdLst/>
            <a:ahLst/>
            <a:cxnLst/>
            <a:pathLst>
              <a:path w="39687" h="109141">
                <a:moveTo>
                  <a:pt x="0" y="0"/>
                </a:moveTo>
                <a:lnTo>
                  <a:pt x="39687" y="0"/>
                </a:lnTo>
                <a:lnTo>
                  <a:pt x="39687" y="109141"/>
                </a:lnTo>
                <a:lnTo>
                  <a:pt x="0" y="109141"/>
                </a:lnTo>
                <a:lnTo>
                  <a:pt x="0" y="0"/>
                </a:lnTo>
              </a:path>
            </a:pathLst>
          </a:custGeom>
          <a:noFill/>
          <a:ln w="42761">
            <a:solidFill>
              <a:srgbClr val="00CBE9"/>
            </a:solidFill>
          </a:ln>
        </p:spPr>
      </p:sp>
      <p:sp>
        <p:nvSpPr>
          <p:cNvPr id="94" name="editable-feedback-thumb#93"/>
          <p:cNvSpPr>
            <a:spLocks noGrp="1"/>
          </p:cNvSpPr>
          <p:nvPr/>
        </p:nvSpPr>
        <p:spPr>
          <a:xfrm>
            <a:off x="42974063" y="11974222"/>
            <a:ext cx="501032" cy="612464"/>
          </a:xfrm>
          <a:custGeom>
            <a:avLst/>
            <a:gdLst/>
            <a:ahLst/>
            <a:cxnLst/>
            <a:pathLst>
              <a:path w="178594" h="218281">
                <a:moveTo>
                  <a:pt x="0" y="119063"/>
                </a:moveTo>
                <a:lnTo>
                  <a:pt x="39688" y="69453"/>
                </a:lnTo>
                <a:lnTo>
                  <a:pt x="49609" y="9922"/>
                </a:lnTo>
                <a:lnTo>
                  <a:pt x="79375" y="0"/>
                </a:lnTo>
                <a:lnTo>
                  <a:pt x="99219" y="19844"/>
                </a:lnTo>
                <a:lnTo>
                  <a:pt x="99219" y="79375"/>
                </a:lnTo>
                <a:lnTo>
                  <a:pt x="158750" y="79375"/>
                </a:lnTo>
                <a:lnTo>
                  <a:pt x="178594" y="99219"/>
                </a:lnTo>
                <a:lnTo>
                  <a:pt x="158750" y="198437"/>
                </a:lnTo>
                <a:lnTo>
                  <a:pt x="138906" y="218281"/>
                </a:lnTo>
                <a:lnTo>
                  <a:pt x="0" y="218281"/>
                </a:lnTo>
                <a:lnTo>
                  <a:pt x="0" y="119063"/>
                </a:lnTo>
              </a:path>
            </a:pathLst>
          </a:custGeom>
          <a:noFill/>
          <a:ln w="42761">
            <a:solidFill>
              <a:srgbClr val="00CBE9"/>
            </a:solidFill>
          </a:ln>
        </p:spPr>
      </p:sp>
      <p:sp>
        <p:nvSpPr>
          <p:cNvPr id="95" name="text#94"/>
          <p:cNvSpPr>
            <a:spLocks noGrp="1"/>
          </p:cNvSpPr>
          <p:nvPr/>
        </p:nvSpPr>
        <p:spPr>
          <a:xfrm>
            <a:off x="43796869" y="11732577"/>
            <a:ext cx="1736911" cy="962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84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84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84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点赞</a:t>
            </a:r>
            <a:endParaRPr sz="484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96" name="editable-feedback-thumb#95"/>
          <p:cNvSpPr>
            <a:spLocks noGrp="1"/>
          </p:cNvSpPr>
          <p:nvPr/>
        </p:nvSpPr>
        <p:spPr>
          <a:xfrm>
            <a:off x="45855553" y="11974222"/>
            <a:ext cx="111340" cy="306232"/>
          </a:xfrm>
          <a:custGeom>
            <a:avLst/>
            <a:gdLst/>
            <a:ahLst/>
            <a:cxnLst/>
            <a:pathLst>
              <a:path w="39687" h="109141">
                <a:moveTo>
                  <a:pt x="0" y="109141"/>
                </a:moveTo>
                <a:lnTo>
                  <a:pt x="39687" y="109141"/>
                </a:lnTo>
                <a:lnTo>
                  <a:pt x="39687" y="0"/>
                </a:lnTo>
                <a:lnTo>
                  <a:pt x="0" y="0"/>
                </a:lnTo>
                <a:lnTo>
                  <a:pt x="0" y="109141"/>
                </a:lnTo>
              </a:path>
            </a:pathLst>
          </a:custGeom>
          <a:noFill/>
          <a:ln w="42761">
            <a:solidFill>
              <a:srgbClr val="FF7185"/>
            </a:solidFill>
          </a:ln>
        </p:spPr>
      </p:sp>
      <p:sp>
        <p:nvSpPr>
          <p:cNvPr id="97" name="editable-feedback-thumb#96"/>
          <p:cNvSpPr>
            <a:spLocks noGrp="1"/>
          </p:cNvSpPr>
          <p:nvPr/>
        </p:nvSpPr>
        <p:spPr>
          <a:xfrm>
            <a:off x="45966894" y="11974222"/>
            <a:ext cx="501032" cy="612464"/>
          </a:xfrm>
          <a:custGeom>
            <a:avLst/>
            <a:gdLst/>
            <a:ahLst/>
            <a:cxnLst/>
            <a:pathLst>
              <a:path w="178594" h="218281">
                <a:moveTo>
                  <a:pt x="0" y="99219"/>
                </a:moveTo>
                <a:lnTo>
                  <a:pt x="39688" y="148828"/>
                </a:lnTo>
                <a:lnTo>
                  <a:pt x="49609" y="208359"/>
                </a:lnTo>
                <a:lnTo>
                  <a:pt x="79375" y="218281"/>
                </a:lnTo>
                <a:lnTo>
                  <a:pt x="99219" y="198437"/>
                </a:lnTo>
                <a:lnTo>
                  <a:pt x="99219" y="138906"/>
                </a:lnTo>
                <a:lnTo>
                  <a:pt x="158750" y="138906"/>
                </a:lnTo>
                <a:lnTo>
                  <a:pt x="178594" y="119063"/>
                </a:lnTo>
                <a:lnTo>
                  <a:pt x="158750" y="19844"/>
                </a:lnTo>
                <a:lnTo>
                  <a:pt x="138906" y="0"/>
                </a:lnTo>
                <a:lnTo>
                  <a:pt x="0" y="0"/>
                </a:lnTo>
                <a:lnTo>
                  <a:pt x="0" y="99219"/>
                </a:lnTo>
              </a:path>
            </a:pathLst>
          </a:custGeom>
          <a:noFill/>
          <a:ln w="42761">
            <a:solidFill>
              <a:srgbClr val="FF7185"/>
            </a:solidFill>
          </a:ln>
        </p:spPr>
      </p:sp>
      <p:sp>
        <p:nvSpPr>
          <p:cNvPr id="98" name="text#97"/>
          <p:cNvSpPr>
            <a:spLocks noGrp="1"/>
          </p:cNvSpPr>
          <p:nvPr/>
        </p:nvSpPr>
        <p:spPr>
          <a:xfrm>
            <a:off x="46789699" y="11732577"/>
            <a:ext cx="1736911" cy="962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84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84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84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点踩</a:t>
            </a:r>
            <a:endParaRPr sz="484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99" name="text#98"/>
          <p:cNvSpPr>
            <a:spLocks noGrp="1"/>
          </p:cNvSpPr>
          <p:nvPr/>
        </p:nvSpPr>
        <p:spPr>
          <a:xfrm>
            <a:off x="42754722" y="12881782"/>
            <a:ext cx="6359765" cy="775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420" b="0">
                <a:solidFill>
                  <a:srgbClr val="FF7185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420" b="0">
                <a:solidFill>
                  <a:srgbClr val="FF7185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420" b="0">
                <a:solidFill>
                  <a:srgbClr val="FF71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点踩触发 Badcase 标签</a:t>
            </a:r>
            <a:endParaRPr sz="4420" b="0">
              <a:solidFill>
                <a:srgbClr val="FF71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0" name="text#99"/>
          <p:cNvSpPr>
            <a:spLocks noGrp="1"/>
          </p:cNvSpPr>
          <p:nvPr/>
        </p:nvSpPr>
        <p:spPr>
          <a:xfrm>
            <a:off x="42754722" y="13683552"/>
            <a:ext cx="6359765" cy="7215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21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自动进入待排查队列</a:t>
            </a:r>
            <a:endParaRPr sz="421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101" name="text#100"/>
          <p:cNvSpPr>
            <a:spLocks noGrp="1"/>
          </p:cNvSpPr>
          <p:nvPr/>
        </p:nvSpPr>
        <p:spPr>
          <a:xfrm>
            <a:off x="42754722" y="14458597"/>
            <a:ext cx="6359765" cy="6146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47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347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470" b="0">
                <a:solidFill>
                  <a:srgbClr val="ADBD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对话轨迹 / 检索来源 / 案件状态</a:t>
            </a:r>
            <a:endParaRPr sz="3470" b="0">
              <a:solidFill>
                <a:srgbClr val="ADBDC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2" name="text#101"/>
          <p:cNvSpPr>
            <a:spLocks noGrp="1"/>
          </p:cNvSpPr>
          <p:nvPr/>
        </p:nvSpPr>
        <p:spPr>
          <a:xfrm>
            <a:off x="42754722" y="15046562"/>
            <a:ext cx="6359765" cy="6146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79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3790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790" b="0">
                <a:solidFill>
                  <a:srgbClr val="ADBD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Decision Trace 一并归档</a:t>
            </a:r>
            <a:endParaRPr sz="3790" b="0">
              <a:solidFill>
                <a:srgbClr val="ADBDC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3" name="line#102"/>
          <p:cNvSpPr>
            <a:spLocks noGrp="1"/>
          </p:cNvSpPr>
          <p:nvPr/>
        </p:nvSpPr>
        <p:spPr>
          <a:xfrm>
            <a:off x="45961327" y="15741430"/>
            <a:ext cx="26722" cy="427611"/>
          </a:xfrm>
          <a:custGeom>
            <a:avLst/>
            <a:gdLst/>
            <a:ahLst/>
            <a:cxnLst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53451">
            <a:solidFill>
              <a:srgbClr val="94B9FF"/>
            </a:solidFill>
          </a:ln>
        </p:spPr>
      </p:sp>
      <p:sp>
        <p:nvSpPr>
          <p:cNvPr id="104" name="line#103"/>
          <p:cNvSpPr>
            <a:spLocks noGrp="1"/>
          </p:cNvSpPr>
          <p:nvPr/>
        </p:nvSpPr>
        <p:spPr>
          <a:xfrm>
            <a:off x="5771888" y="16169041"/>
            <a:ext cx="40189439" cy="26726"/>
          </a:xfrm>
          <a:custGeom>
            <a:avLst/>
            <a:gdLst/>
            <a:ahLst/>
            <a:cxnLst/>
            <a:pathLst>
              <a:path w="14325600" h="9525">
                <a:moveTo>
                  <a:pt x="14325600" y="0"/>
                </a:moveTo>
                <a:lnTo>
                  <a:pt x="0" y="0"/>
                </a:lnTo>
              </a:path>
            </a:pathLst>
          </a:custGeom>
          <a:noFill/>
          <a:ln w="53451">
            <a:solidFill>
              <a:srgbClr val="94B9FF"/>
            </a:solidFill>
          </a:ln>
        </p:spPr>
      </p:sp>
      <p:sp>
        <p:nvSpPr>
          <p:cNvPr id="105" name="line#104"/>
          <p:cNvSpPr>
            <a:spLocks noGrp="1"/>
          </p:cNvSpPr>
          <p:nvPr/>
        </p:nvSpPr>
        <p:spPr>
          <a:xfrm>
            <a:off x="5771888" y="16169041"/>
            <a:ext cx="26722" cy="320708"/>
          </a:xfrm>
          <a:custGeom>
            <a:avLst/>
            <a:gdLst/>
            <a:ahLst/>
            <a:cxnLst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53451">
            <a:solidFill>
              <a:srgbClr val="94B9FF"/>
            </a:solidFill>
          </a:ln>
        </p:spPr>
      </p:sp>
      <p:sp>
        <p:nvSpPr>
          <p:cNvPr id="106" name="path#105"/>
          <p:cNvSpPr>
            <a:spLocks noGrp="1"/>
          </p:cNvSpPr>
          <p:nvPr/>
        </p:nvSpPr>
        <p:spPr>
          <a:xfrm>
            <a:off x="5638279" y="16249218"/>
            <a:ext cx="267217" cy="240531"/>
          </a:xfrm>
          <a:custGeom>
            <a:avLst/>
            <a:gdLst/>
            <a:ahLst/>
            <a:cxnLst/>
            <a:pathLst>
              <a:path w="95250" h="85725">
                <a:moveTo>
                  <a:pt x="47625" y="8572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94B9FF"/>
          </a:solidFill>
          <a:ln w="26726">
            <a:noFill/>
          </a:ln>
        </p:spPr>
      </p:sp>
      <p:sp>
        <p:nvSpPr>
          <p:cNvPr id="107" name="box#106"/>
          <p:cNvSpPr>
            <a:spLocks noGrp="1"/>
          </p:cNvSpPr>
          <p:nvPr/>
        </p:nvSpPr>
        <p:spPr>
          <a:xfrm>
            <a:off x="29126655" y="15821607"/>
            <a:ext cx="12559200" cy="694868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108" name="text#107"/>
          <p:cNvSpPr>
            <a:spLocks noGrp="1"/>
          </p:cNvSpPr>
          <p:nvPr/>
        </p:nvSpPr>
        <p:spPr>
          <a:xfrm>
            <a:off x="29260263" y="15821607"/>
            <a:ext cx="12265261" cy="6681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790" b="0">
                <a:solidFill>
                  <a:srgbClr val="94B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lnSpc>
                <a:spcPct val="113000"/>
              </a:lnSpc>
              <a:buNone/>
              <a:defRPr sz="3790" b="0">
                <a:solidFill>
                  <a:srgbClr val="94B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790" b="0">
                <a:solidFill>
                  <a:srgbClr val="94B9FF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携带对话、检索与决策证据进入归因</a:t>
            </a:r>
            <a:endParaRPr sz="3790" b="0">
              <a:solidFill>
                <a:srgbClr val="94B9FF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109" name="architecture-module#108"/>
          <p:cNvSpPr>
            <a:spLocks noGrp="1"/>
          </p:cNvSpPr>
          <p:nvPr/>
        </p:nvSpPr>
        <p:spPr>
          <a:xfrm>
            <a:off x="1603302" y="16516475"/>
            <a:ext cx="47965454" cy="2859649"/>
          </a:xfrm>
          <a:prstGeom prst="roundRect">
            <a:avLst>
              <a:gd name="adj" fmla="val 12150"/>
            </a:avLst>
          </a:prstGeom>
          <a:solidFill>
            <a:srgbClr val="0B1424"/>
          </a:solidFill>
          <a:ln w="32071">
            <a:solidFill>
              <a:srgbClr val="94B9FF"/>
            </a:solidFill>
          </a:ln>
        </p:spPr>
      </p:sp>
      <p:sp>
        <p:nvSpPr>
          <p:cNvPr id="110" name="step-number#109"/>
          <p:cNvSpPr>
            <a:spLocks noGrp="1"/>
          </p:cNvSpPr>
          <p:nvPr/>
        </p:nvSpPr>
        <p:spPr>
          <a:xfrm>
            <a:off x="2111014" y="16718789"/>
            <a:ext cx="1416250" cy="11721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155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7155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7155" b="0">
                <a:solidFill>
                  <a:srgbClr val="94B9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06</a:t>
            </a:r>
            <a:endParaRPr sz="7155" b="0">
              <a:solidFill>
                <a:srgbClr val="94B9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111" name="line#110"/>
          <p:cNvSpPr>
            <a:spLocks noGrp="1"/>
          </p:cNvSpPr>
          <p:nvPr/>
        </p:nvSpPr>
        <p:spPr>
          <a:xfrm>
            <a:off x="3714317" y="16917361"/>
            <a:ext cx="26722" cy="721594"/>
          </a:xfrm>
          <a:custGeom>
            <a:avLst/>
            <a:gdLst/>
            <a:ahLst/>
            <a:cxnLst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42761">
            <a:solidFill>
              <a:srgbClr val="94B9FF"/>
            </a:solidFill>
          </a:ln>
        </p:spPr>
      </p:sp>
      <p:sp>
        <p:nvSpPr>
          <p:cNvPr id="112" name="step-title#111"/>
          <p:cNvSpPr>
            <a:spLocks noGrp="1"/>
          </p:cNvSpPr>
          <p:nvPr/>
        </p:nvSpPr>
        <p:spPr>
          <a:xfrm>
            <a:off x="4141864" y="16730281"/>
            <a:ext cx="6092548" cy="11492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7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547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547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靶向归因与修复</a:t>
            </a:r>
            <a:endParaRPr sz="547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113" name="text#112"/>
          <p:cNvSpPr>
            <a:spLocks noGrp="1"/>
          </p:cNvSpPr>
          <p:nvPr/>
        </p:nvSpPr>
        <p:spPr>
          <a:xfrm>
            <a:off x="2137736" y="18039840"/>
            <a:ext cx="7989789" cy="775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895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3895" b="0">
                <a:solidFill>
                  <a:srgbClr val="ADBDC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895" b="0">
                <a:solidFill>
                  <a:srgbClr val="ADBD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无可靠匹配：诚实澄清 / 转人工</a:t>
            </a:r>
            <a:endParaRPr sz="3895" b="0">
              <a:solidFill>
                <a:srgbClr val="ADBDC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4" name="line#113"/>
          <p:cNvSpPr>
            <a:spLocks noGrp="1"/>
          </p:cNvSpPr>
          <p:nvPr/>
        </p:nvSpPr>
        <p:spPr>
          <a:xfrm>
            <a:off x="10074081" y="17932937"/>
            <a:ext cx="694764" cy="26726"/>
          </a:xfrm>
          <a:custGeom>
            <a:avLst/>
            <a:gdLst/>
            <a:ahLst/>
            <a:cxnLst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53451">
            <a:solidFill>
              <a:srgbClr val="94B9FF"/>
            </a:solidFill>
          </a:ln>
        </p:spPr>
      </p:sp>
      <p:sp>
        <p:nvSpPr>
          <p:cNvPr id="115" name="line#114"/>
          <p:cNvSpPr>
            <a:spLocks noGrp="1"/>
          </p:cNvSpPr>
          <p:nvPr/>
        </p:nvSpPr>
        <p:spPr>
          <a:xfrm>
            <a:off x="10768846" y="17398423"/>
            <a:ext cx="26722" cy="1229382"/>
          </a:xfrm>
          <a:custGeom>
            <a:avLst/>
            <a:gdLst/>
            <a:ahLst/>
            <a:cxnLst/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/>
          <a:ln w="53451">
            <a:solidFill>
              <a:srgbClr val="94B9FF"/>
            </a:solidFill>
          </a:ln>
        </p:spPr>
      </p:sp>
      <p:sp>
        <p:nvSpPr>
          <p:cNvPr id="116" name="line#115"/>
          <p:cNvSpPr>
            <a:spLocks noGrp="1"/>
          </p:cNvSpPr>
          <p:nvPr/>
        </p:nvSpPr>
        <p:spPr>
          <a:xfrm>
            <a:off x="10768846" y="17398423"/>
            <a:ext cx="587877" cy="26726"/>
          </a:xfrm>
          <a:custGeom>
            <a:avLst/>
            <a:gdLst/>
            <a:ahLst/>
            <a:cxnLst/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53451">
            <a:solidFill>
              <a:srgbClr val="94B9FF"/>
            </a:solidFill>
          </a:ln>
        </p:spPr>
      </p:sp>
      <p:sp>
        <p:nvSpPr>
          <p:cNvPr id="117" name="path#116"/>
          <p:cNvSpPr>
            <a:spLocks noGrp="1"/>
          </p:cNvSpPr>
          <p:nvPr/>
        </p:nvSpPr>
        <p:spPr>
          <a:xfrm>
            <a:off x="11116228" y="17264795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4B9FF"/>
          </a:solidFill>
          <a:ln w="26726">
            <a:noFill/>
          </a:ln>
        </p:spPr>
      </p:sp>
      <p:sp>
        <p:nvSpPr>
          <p:cNvPr id="118" name="line#117"/>
          <p:cNvSpPr>
            <a:spLocks noGrp="1"/>
          </p:cNvSpPr>
          <p:nvPr/>
        </p:nvSpPr>
        <p:spPr>
          <a:xfrm>
            <a:off x="10768846" y="18627805"/>
            <a:ext cx="587877" cy="26726"/>
          </a:xfrm>
          <a:custGeom>
            <a:avLst/>
            <a:gdLst/>
            <a:ahLst/>
            <a:cxnLst/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53451">
            <a:solidFill>
              <a:srgbClr val="94B9FF"/>
            </a:solidFill>
          </a:ln>
        </p:spPr>
      </p:sp>
      <p:sp>
        <p:nvSpPr>
          <p:cNvPr id="119" name="path#118"/>
          <p:cNvSpPr>
            <a:spLocks noGrp="1"/>
          </p:cNvSpPr>
          <p:nvPr/>
        </p:nvSpPr>
        <p:spPr>
          <a:xfrm>
            <a:off x="11116228" y="18494176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4B9FF"/>
          </a:solidFill>
          <a:ln w="26726">
            <a:noFill/>
          </a:ln>
        </p:spPr>
      </p:sp>
      <p:sp>
        <p:nvSpPr>
          <p:cNvPr id="120" name="architecture-module#119"/>
          <p:cNvSpPr>
            <a:spLocks noGrp="1"/>
          </p:cNvSpPr>
          <p:nvPr/>
        </p:nvSpPr>
        <p:spPr>
          <a:xfrm>
            <a:off x="11490332" y="16863909"/>
            <a:ext cx="20094719" cy="1015576"/>
          </a:xfrm>
          <a:prstGeom prst="roundRect">
            <a:avLst>
              <a:gd name="adj" fmla="val 21053"/>
            </a:avLst>
          </a:prstGeom>
          <a:solidFill>
            <a:srgbClr val="04252B"/>
          </a:solidFill>
          <a:ln w="32071">
            <a:solidFill>
              <a:srgbClr val="328A94"/>
            </a:solidFill>
          </a:ln>
        </p:spPr>
      </p:sp>
      <p:sp>
        <p:nvSpPr>
          <p:cNvPr id="121" name="rich-text#120"/>
          <p:cNvSpPr>
            <a:spLocks noGrp="1"/>
          </p:cNvSpPr>
          <p:nvPr/>
        </p:nvSpPr>
        <p:spPr>
          <a:xfrm>
            <a:off x="11917879" y="16917361"/>
            <a:ext cx="19186182" cy="8819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42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420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420" b="0">
                <a:solidFill>
                  <a:srgbClr val="00CBE9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长尾问题：</a:t>
            </a:r>
            <a:r>
              <a:rPr sz="442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补充长尾策略库，并要求人工复核校验</a:t>
            </a:r>
            <a:endParaRPr sz="442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122" name="architecture-module#121"/>
          <p:cNvSpPr>
            <a:spLocks noGrp="1"/>
          </p:cNvSpPr>
          <p:nvPr/>
        </p:nvSpPr>
        <p:spPr>
          <a:xfrm>
            <a:off x="11490332" y="18146742"/>
            <a:ext cx="20094719" cy="1015576"/>
          </a:xfrm>
          <a:prstGeom prst="roundRect">
            <a:avLst>
              <a:gd name="adj" fmla="val 21053"/>
            </a:avLst>
          </a:prstGeom>
          <a:solidFill>
            <a:srgbClr val="04252B"/>
          </a:solidFill>
          <a:ln w="32071">
            <a:solidFill>
              <a:srgbClr val="328A94"/>
            </a:solidFill>
          </a:ln>
        </p:spPr>
      </p:sp>
      <p:sp>
        <p:nvSpPr>
          <p:cNvPr id="123" name="rich-text#122"/>
          <p:cNvSpPr>
            <a:spLocks noGrp="1"/>
          </p:cNvSpPr>
          <p:nvPr/>
        </p:nvSpPr>
        <p:spPr>
          <a:xfrm>
            <a:off x="11917879" y="18200194"/>
            <a:ext cx="19186182" cy="8819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31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431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4315" b="0">
                <a:solidFill>
                  <a:srgbClr val="70E8C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常见问题：</a:t>
            </a:r>
            <a:r>
              <a:rPr sz="431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FAQ 修正 / 降权 / 剔除，或更新 Decision Ontology</a:t>
            </a:r>
            <a:endParaRPr sz="431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4" name="line#123"/>
          <p:cNvSpPr>
            <a:spLocks noGrp="1"/>
          </p:cNvSpPr>
          <p:nvPr/>
        </p:nvSpPr>
        <p:spPr>
          <a:xfrm>
            <a:off x="31638495" y="17398423"/>
            <a:ext cx="668043" cy="26726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53451">
            <a:solidFill>
              <a:srgbClr val="94B9FF"/>
            </a:solidFill>
          </a:ln>
        </p:spPr>
      </p:sp>
      <p:sp>
        <p:nvSpPr>
          <p:cNvPr id="125" name="line#124"/>
          <p:cNvSpPr>
            <a:spLocks noGrp="1"/>
          </p:cNvSpPr>
          <p:nvPr/>
        </p:nvSpPr>
        <p:spPr>
          <a:xfrm>
            <a:off x="31638495" y="18627805"/>
            <a:ext cx="668043" cy="26726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53451">
            <a:solidFill>
              <a:srgbClr val="94B9FF"/>
            </a:solidFill>
          </a:ln>
        </p:spPr>
      </p:sp>
      <p:sp>
        <p:nvSpPr>
          <p:cNvPr id="126" name="line#125"/>
          <p:cNvSpPr>
            <a:spLocks noGrp="1"/>
          </p:cNvSpPr>
          <p:nvPr/>
        </p:nvSpPr>
        <p:spPr>
          <a:xfrm>
            <a:off x="32306537" y="17398423"/>
            <a:ext cx="26722" cy="1229382"/>
          </a:xfrm>
          <a:custGeom>
            <a:avLst/>
            <a:gdLst/>
            <a:ahLst/>
            <a:cxnLst/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/>
          <a:ln w="53451">
            <a:solidFill>
              <a:srgbClr val="94B9FF"/>
            </a:solidFill>
          </a:ln>
        </p:spPr>
      </p:sp>
      <p:sp>
        <p:nvSpPr>
          <p:cNvPr id="127" name="line#126"/>
          <p:cNvSpPr>
            <a:spLocks noGrp="1"/>
          </p:cNvSpPr>
          <p:nvPr/>
        </p:nvSpPr>
        <p:spPr>
          <a:xfrm>
            <a:off x="32306537" y="17932937"/>
            <a:ext cx="988703" cy="26726"/>
          </a:xfrm>
          <a:custGeom>
            <a:avLst/>
            <a:gdLst/>
            <a:ahLst/>
            <a:cxnLst/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53451">
            <a:solidFill>
              <a:srgbClr val="94B9FF"/>
            </a:solidFill>
          </a:ln>
        </p:spPr>
      </p:sp>
      <p:sp>
        <p:nvSpPr>
          <p:cNvPr id="128" name="path#127"/>
          <p:cNvSpPr>
            <a:spLocks noGrp="1"/>
          </p:cNvSpPr>
          <p:nvPr/>
        </p:nvSpPr>
        <p:spPr>
          <a:xfrm>
            <a:off x="33054745" y="17799308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4B9FF"/>
          </a:solidFill>
          <a:ln w="26726">
            <a:noFill/>
          </a:ln>
        </p:spPr>
      </p:sp>
      <p:sp>
        <p:nvSpPr>
          <p:cNvPr id="129" name="architecture-module#128"/>
          <p:cNvSpPr>
            <a:spLocks noGrp="1"/>
          </p:cNvSpPr>
          <p:nvPr/>
        </p:nvSpPr>
        <p:spPr>
          <a:xfrm>
            <a:off x="33428849" y="16837184"/>
            <a:ext cx="15552030" cy="2325135"/>
          </a:xfrm>
          <a:prstGeom prst="roundRect">
            <a:avLst>
              <a:gd name="adj" fmla="val 10345"/>
            </a:avLst>
          </a:prstGeom>
          <a:solidFill>
            <a:srgbClr val="14223C"/>
          </a:solidFill>
          <a:ln w="32071">
            <a:solidFill>
              <a:srgbClr val="719BE1"/>
            </a:solidFill>
          </a:ln>
        </p:spPr>
      </p:sp>
      <p:sp>
        <p:nvSpPr>
          <p:cNvPr id="130" name="text#129"/>
          <p:cNvSpPr>
            <a:spLocks noGrp="1"/>
          </p:cNvSpPr>
          <p:nvPr/>
        </p:nvSpPr>
        <p:spPr>
          <a:xfrm>
            <a:off x="33856396" y="16927383"/>
            <a:ext cx="14696936" cy="861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260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5260" b="0">
                <a:solidFill>
                  <a:srgbClr val="94B9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5260" b="0">
                <a:solidFill>
                  <a:srgbClr val="94B9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人工审核 → 回归测试 → 再发布</a:t>
            </a:r>
            <a:endParaRPr sz="5260" b="0">
              <a:solidFill>
                <a:srgbClr val="94B9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1" name="text#130"/>
          <p:cNvSpPr>
            <a:spLocks noGrp="1"/>
          </p:cNvSpPr>
          <p:nvPr/>
        </p:nvSpPr>
        <p:spPr>
          <a:xfrm>
            <a:off x="33856396" y="17852760"/>
            <a:ext cx="14696936" cy="6681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21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" panose="020B0200000000000000" charset="-122"/>
              </a:rPr>
              <a:t>新失败加入回归集，复测通过后回写知识底座</a:t>
            </a:r>
            <a:endParaRPr sz="421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Noto Sans SC" panose="020B0200000000000000" charset="-122"/>
            </a:endParaRPr>
          </a:p>
        </p:txBody>
      </p:sp>
      <p:sp>
        <p:nvSpPr>
          <p:cNvPr id="132" name="text#131"/>
          <p:cNvSpPr>
            <a:spLocks noGrp="1"/>
          </p:cNvSpPr>
          <p:nvPr/>
        </p:nvSpPr>
        <p:spPr>
          <a:xfrm>
            <a:off x="33856396" y="18520902"/>
            <a:ext cx="14696936" cy="6146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895" b="0">
                <a:solidFill>
                  <a:srgbClr val="E8C66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3895" b="0">
                <a:solidFill>
                  <a:srgbClr val="E8C66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895" b="0">
                <a:solidFill>
                  <a:srgbClr val="E8C6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后续评估：HyDE / Rerank（保持产品过滤）</a:t>
            </a:r>
            <a:endParaRPr sz="3895" b="0">
              <a:solidFill>
                <a:srgbClr val="E8C6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3" name="line#132"/>
          <p:cNvSpPr>
            <a:spLocks noGrp="1"/>
          </p:cNvSpPr>
          <p:nvPr/>
        </p:nvSpPr>
        <p:spPr>
          <a:xfrm>
            <a:off x="41151420" y="19189044"/>
            <a:ext cx="26722" cy="293983"/>
          </a:xfrm>
          <a:custGeom>
            <a:avLst/>
            <a:gdLst/>
            <a:ahLst/>
            <a:cxnLst/>
            <a:pathLst>
              <a:path w="952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53451">
            <a:solidFill>
              <a:srgbClr val="70E8CA"/>
            </a:solidFill>
          </a:ln>
        </p:spPr>
      </p:sp>
      <p:sp>
        <p:nvSpPr>
          <p:cNvPr id="134" name="line#133"/>
          <p:cNvSpPr>
            <a:spLocks noGrp="1"/>
          </p:cNvSpPr>
          <p:nvPr/>
        </p:nvSpPr>
        <p:spPr>
          <a:xfrm>
            <a:off x="1122311" y="19483027"/>
            <a:ext cx="40029109" cy="26726"/>
          </a:xfrm>
          <a:custGeom>
            <a:avLst/>
            <a:gdLst/>
            <a:ahLst/>
            <a:cxnLst/>
            <a:pathLst>
              <a:path w="14268450" h="9525">
                <a:moveTo>
                  <a:pt x="14268450" y="0"/>
                </a:moveTo>
                <a:lnTo>
                  <a:pt x="0" y="0"/>
                </a:lnTo>
              </a:path>
            </a:pathLst>
          </a:custGeom>
          <a:noFill/>
          <a:ln w="53451">
            <a:solidFill>
              <a:srgbClr val="70E8CA"/>
            </a:solidFill>
          </a:ln>
        </p:spPr>
      </p:sp>
      <p:sp>
        <p:nvSpPr>
          <p:cNvPr id="135" name="line#134"/>
          <p:cNvSpPr>
            <a:spLocks noGrp="1"/>
          </p:cNvSpPr>
          <p:nvPr/>
        </p:nvSpPr>
        <p:spPr>
          <a:xfrm>
            <a:off x="1122311" y="7750450"/>
            <a:ext cx="26722" cy="11732577"/>
          </a:xfrm>
          <a:custGeom>
            <a:avLst/>
            <a:gdLst/>
            <a:ahLst/>
            <a:cxnLst/>
            <a:pathLst>
              <a:path w="9525" h="4181475">
                <a:moveTo>
                  <a:pt x="0" y="4181475"/>
                </a:moveTo>
                <a:lnTo>
                  <a:pt x="0" y="0"/>
                </a:lnTo>
              </a:path>
            </a:pathLst>
          </a:custGeom>
          <a:noFill/>
          <a:ln w="53451">
            <a:solidFill>
              <a:srgbClr val="70E8CA"/>
            </a:solidFill>
          </a:ln>
        </p:spPr>
      </p:sp>
      <p:sp>
        <p:nvSpPr>
          <p:cNvPr id="136" name="line#135"/>
          <p:cNvSpPr>
            <a:spLocks noGrp="1"/>
          </p:cNvSpPr>
          <p:nvPr/>
        </p:nvSpPr>
        <p:spPr>
          <a:xfrm>
            <a:off x="1122311" y="7750450"/>
            <a:ext cx="454269" cy="26726"/>
          </a:xfrm>
          <a:custGeom>
            <a:avLst/>
            <a:gdLst/>
            <a:ahLst/>
            <a:cxnLst/>
            <a:pathLst>
              <a:path w="161925" h="952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53451">
            <a:solidFill>
              <a:srgbClr val="70E8CA"/>
            </a:solidFill>
          </a:ln>
        </p:spPr>
      </p:sp>
      <p:sp>
        <p:nvSpPr>
          <p:cNvPr id="137" name="path#136"/>
          <p:cNvSpPr>
            <a:spLocks noGrp="1"/>
          </p:cNvSpPr>
          <p:nvPr/>
        </p:nvSpPr>
        <p:spPr>
          <a:xfrm>
            <a:off x="1336085" y="7616821"/>
            <a:ext cx="240495" cy="267257"/>
          </a:xfrm>
          <a:custGeom>
            <a:avLst/>
            <a:gdLst/>
            <a:ahLst/>
            <a:cxnLst/>
            <a:pathLst>
              <a:path w="85725" h="95250">
                <a:moveTo>
                  <a:pt x="8572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70E8CA"/>
          </a:solidFill>
          <a:ln w="26726">
            <a:noFill/>
          </a:ln>
        </p:spPr>
      </p:sp>
      <p:sp>
        <p:nvSpPr>
          <p:cNvPr id="138" name="box#137"/>
          <p:cNvSpPr>
            <a:spLocks noGrp="1"/>
          </p:cNvSpPr>
          <p:nvPr/>
        </p:nvSpPr>
        <p:spPr>
          <a:xfrm>
            <a:off x="0" y="19616655"/>
            <a:ext cx="51198780" cy="1282833"/>
          </a:xfrm>
          <a:prstGeom prst="rect">
            <a:avLst/>
          </a:prstGeom>
          <a:gradFill>
            <a:gsLst>
              <a:gs pos="0">
                <a:srgbClr val="001519"/>
              </a:gs>
              <a:gs pos="35000">
                <a:srgbClr val="00677F"/>
              </a:gs>
              <a:gs pos="70000">
                <a:srgbClr val="004B60"/>
              </a:gs>
              <a:gs pos="100000">
                <a:srgbClr val="001519"/>
              </a:gs>
            </a:gsLst>
            <a:lin ang="0"/>
          </a:gradFill>
          <a:ln w="0">
            <a:noFill/>
          </a:ln>
        </p:spPr>
      </p:sp>
      <p:sp>
        <p:nvSpPr>
          <p:cNvPr id="139" name="architecture-takeaway#138"/>
          <p:cNvSpPr>
            <a:spLocks noGrp="1"/>
          </p:cNvSpPr>
          <p:nvPr/>
        </p:nvSpPr>
        <p:spPr>
          <a:xfrm>
            <a:off x="2244623" y="19723558"/>
            <a:ext cx="45159675" cy="10155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610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ctr">
              <a:lnSpc>
                <a:spcPct val="113000"/>
              </a:lnSpc>
              <a:buNone/>
              <a:defRPr sz="610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610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限定产品与动作，校验生成结果，</a:t>
            </a:r>
            <a:r>
              <a:rPr sz="6105" b="0">
                <a:solidFill>
                  <a:srgbClr val="00CBE9"/>
                </a:solidFill>
                <a:latin typeface="PingFang SC" panose="020B0400000000000000" charset="-122"/>
                <a:ea typeface="PingFang SC" panose="020B0400000000000000" charset="-122"/>
                <a:cs typeface="Noto Sans SC Black"/>
              </a:rPr>
              <a:t>审核与回归后再回写知识底座</a:t>
            </a:r>
            <a:endParaRPr sz="6105" b="0">
              <a:solidFill>
                <a:srgbClr val="00CBE9"/>
              </a:solidFill>
              <a:latin typeface="PingFang SC" panose="020B0400000000000000" charset="-122"/>
              <a:ea typeface="PingFang SC" panose="020B0400000000000000" charset="-122"/>
              <a:cs typeface="Noto Sans SC Black"/>
            </a:endParaRPr>
          </a:p>
        </p:txBody>
      </p:sp>
      <p:sp>
        <p:nvSpPr>
          <p:cNvPr id="140" name="editable-brand-triangle#139"/>
          <p:cNvSpPr>
            <a:spLocks noGrp="1"/>
          </p:cNvSpPr>
          <p:nvPr/>
        </p:nvSpPr>
        <p:spPr>
          <a:xfrm>
            <a:off x="48409034" y="19484630"/>
            <a:ext cx="899409" cy="1331474"/>
          </a:xfrm>
          <a:custGeom>
            <a:avLst/>
            <a:gdLst/>
            <a:ahLst/>
            <a:cxnLst/>
            <a:pathLst>
              <a:path w="320596" h="474536">
                <a:moveTo>
                  <a:pt x="320040" y="0"/>
                </a:moveTo>
                <a:lnTo>
                  <a:pt x="0" y="474536"/>
                </a:lnTo>
                <a:lnTo>
                  <a:pt x="6561" y="470508"/>
                </a:lnTo>
                <a:lnTo>
                  <a:pt x="320596" y="4877"/>
                </a:lnTo>
                <a:close/>
              </a:path>
            </a:pathLst>
          </a:custGeom>
          <a:gradFill>
            <a:gsLst>
              <a:gs pos="0">
                <a:srgbClr val="152140">
                  <a:alpha val="4000"/>
                </a:srgbClr>
              </a:gs>
              <a:gs pos="8000">
                <a:srgbClr val="152140">
                  <a:alpha val="70000"/>
                </a:srgbClr>
              </a:gs>
              <a:gs pos="28000">
                <a:srgbClr val="152140"/>
              </a:gs>
              <a:gs pos="88000">
                <a:srgbClr val="152140"/>
              </a:gs>
              <a:gs pos="100000">
                <a:srgbClr val="152140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41" name="editable-brand-triangle#140"/>
          <p:cNvSpPr>
            <a:spLocks noGrp="1"/>
          </p:cNvSpPr>
          <p:nvPr/>
        </p:nvSpPr>
        <p:spPr>
          <a:xfrm>
            <a:off x="48425324" y="19496740"/>
            <a:ext cx="884500" cy="1309364"/>
          </a:xfrm>
          <a:custGeom>
            <a:avLst/>
            <a:gdLst/>
            <a:ahLst/>
            <a:cxnLst/>
            <a:pathLst>
              <a:path w="315282" h="466656">
                <a:moveTo>
                  <a:pt x="314726" y="0"/>
                </a:moveTo>
                <a:lnTo>
                  <a:pt x="0" y="466656"/>
                </a:lnTo>
                <a:lnTo>
                  <a:pt x="6561" y="462628"/>
                </a:lnTo>
                <a:lnTo>
                  <a:pt x="315282" y="4877"/>
                </a:lnTo>
                <a:close/>
              </a:path>
            </a:pathLst>
          </a:custGeom>
          <a:gradFill>
            <a:gsLst>
              <a:gs pos="0">
                <a:srgbClr val="102D55">
                  <a:alpha val="4000"/>
                </a:srgbClr>
              </a:gs>
              <a:gs pos="8000">
                <a:srgbClr val="102D55">
                  <a:alpha val="70000"/>
                </a:srgbClr>
              </a:gs>
              <a:gs pos="28000">
                <a:srgbClr val="102D55"/>
              </a:gs>
              <a:gs pos="88000">
                <a:srgbClr val="102D55"/>
              </a:gs>
              <a:gs pos="100000">
                <a:srgbClr val="102D55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42" name="editable-brand-triangle#141"/>
          <p:cNvSpPr>
            <a:spLocks noGrp="1"/>
          </p:cNvSpPr>
          <p:nvPr/>
        </p:nvSpPr>
        <p:spPr>
          <a:xfrm>
            <a:off x="48441613" y="19508849"/>
            <a:ext cx="869590" cy="1287254"/>
          </a:xfrm>
          <a:custGeom>
            <a:avLst/>
            <a:gdLst/>
            <a:ahLst/>
            <a:cxnLst/>
            <a:pathLst>
              <a:path w="309967" h="458776">
                <a:moveTo>
                  <a:pt x="309411" y="0"/>
                </a:moveTo>
                <a:lnTo>
                  <a:pt x="0" y="458776"/>
                </a:lnTo>
                <a:lnTo>
                  <a:pt x="6561" y="454748"/>
                </a:lnTo>
                <a:lnTo>
                  <a:pt x="309967" y="4877"/>
                </a:lnTo>
                <a:close/>
              </a:path>
            </a:pathLst>
          </a:custGeom>
          <a:gradFill>
            <a:gsLst>
              <a:gs pos="0">
                <a:srgbClr val="0A3A6A">
                  <a:alpha val="4000"/>
                </a:srgbClr>
              </a:gs>
              <a:gs pos="8000">
                <a:srgbClr val="0A3A6A">
                  <a:alpha val="70000"/>
                </a:srgbClr>
              </a:gs>
              <a:gs pos="28000">
                <a:srgbClr val="0A3A6A"/>
              </a:gs>
              <a:gs pos="88000">
                <a:srgbClr val="0A3A6A"/>
              </a:gs>
              <a:gs pos="100000">
                <a:srgbClr val="0A3A6A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43" name="editable-brand-triangle#142"/>
          <p:cNvSpPr>
            <a:spLocks noGrp="1"/>
          </p:cNvSpPr>
          <p:nvPr/>
        </p:nvSpPr>
        <p:spPr>
          <a:xfrm>
            <a:off x="48457903" y="19520959"/>
            <a:ext cx="854681" cy="1265145"/>
          </a:xfrm>
          <a:custGeom>
            <a:avLst/>
            <a:gdLst/>
            <a:ahLst/>
            <a:cxnLst/>
            <a:pathLst>
              <a:path w="304653" h="450896">
                <a:moveTo>
                  <a:pt x="304097" y="0"/>
                </a:moveTo>
                <a:lnTo>
                  <a:pt x="0" y="450896"/>
                </a:lnTo>
                <a:lnTo>
                  <a:pt x="6561" y="446869"/>
                </a:lnTo>
                <a:lnTo>
                  <a:pt x="304653" y="4877"/>
                </a:lnTo>
                <a:close/>
              </a:path>
            </a:pathLst>
          </a:custGeom>
          <a:gradFill>
            <a:gsLst>
              <a:gs pos="0">
                <a:srgbClr val="05467F">
                  <a:alpha val="4000"/>
                </a:srgbClr>
              </a:gs>
              <a:gs pos="8000">
                <a:srgbClr val="05467F">
                  <a:alpha val="70000"/>
                </a:srgbClr>
              </a:gs>
              <a:gs pos="28000">
                <a:srgbClr val="05467F"/>
              </a:gs>
              <a:gs pos="88000">
                <a:srgbClr val="05467F"/>
              </a:gs>
              <a:gs pos="100000">
                <a:srgbClr val="05467F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44" name="editable-brand-triangle#143"/>
          <p:cNvSpPr>
            <a:spLocks noGrp="1"/>
          </p:cNvSpPr>
          <p:nvPr/>
        </p:nvSpPr>
        <p:spPr>
          <a:xfrm>
            <a:off x="48474192" y="19533069"/>
            <a:ext cx="839772" cy="1243035"/>
          </a:xfrm>
          <a:custGeom>
            <a:avLst/>
            <a:gdLst/>
            <a:ahLst/>
            <a:cxnLst/>
            <a:pathLst>
              <a:path w="299338" h="443016">
                <a:moveTo>
                  <a:pt x="298782" y="0"/>
                </a:moveTo>
                <a:lnTo>
                  <a:pt x="0" y="443016"/>
                </a:lnTo>
                <a:lnTo>
                  <a:pt x="6561" y="438989"/>
                </a:lnTo>
                <a:lnTo>
                  <a:pt x="299338" y="4877"/>
                </a:lnTo>
                <a:close/>
              </a:path>
            </a:pathLst>
          </a:custGeom>
          <a:gradFill>
            <a:gsLst>
              <a:gs pos="0">
                <a:srgbClr val="03629A">
                  <a:alpha val="4000"/>
                </a:srgbClr>
              </a:gs>
              <a:gs pos="8000">
                <a:srgbClr val="03629A">
                  <a:alpha val="70000"/>
                </a:srgbClr>
              </a:gs>
              <a:gs pos="28000">
                <a:srgbClr val="03629A"/>
              </a:gs>
              <a:gs pos="88000">
                <a:srgbClr val="03629A"/>
              </a:gs>
              <a:gs pos="100000">
                <a:srgbClr val="03629A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45" name="editable-brand-triangle#144"/>
          <p:cNvSpPr>
            <a:spLocks noGrp="1"/>
          </p:cNvSpPr>
          <p:nvPr/>
        </p:nvSpPr>
        <p:spPr>
          <a:xfrm>
            <a:off x="48490481" y="19545178"/>
            <a:ext cx="824863" cy="1220925"/>
          </a:xfrm>
          <a:custGeom>
            <a:avLst/>
            <a:gdLst/>
            <a:ahLst/>
            <a:cxnLst/>
            <a:pathLst>
              <a:path w="294024" h="435136">
                <a:moveTo>
                  <a:pt x="293468" y="0"/>
                </a:moveTo>
                <a:lnTo>
                  <a:pt x="0" y="435136"/>
                </a:lnTo>
                <a:lnTo>
                  <a:pt x="6561" y="431109"/>
                </a:lnTo>
                <a:lnTo>
                  <a:pt x="294024" y="4877"/>
                </a:lnTo>
                <a:close/>
              </a:path>
            </a:pathLst>
          </a:custGeom>
          <a:gradFill>
            <a:gsLst>
              <a:gs pos="0">
                <a:srgbClr val="0285B7">
                  <a:alpha val="4000"/>
                </a:srgbClr>
              </a:gs>
              <a:gs pos="8000">
                <a:srgbClr val="0285B7">
                  <a:alpha val="70000"/>
                </a:srgbClr>
              </a:gs>
              <a:gs pos="28000">
                <a:srgbClr val="0285B7"/>
              </a:gs>
              <a:gs pos="88000">
                <a:srgbClr val="0285B7"/>
              </a:gs>
              <a:gs pos="100000">
                <a:srgbClr val="0285B7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46" name="editable-brand-triangle#145"/>
          <p:cNvSpPr>
            <a:spLocks noGrp="1"/>
          </p:cNvSpPr>
          <p:nvPr/>
        </p:nvSpPr>
        <p:spPr>
          <a:xfrm>
            <a:off x="48506771" y="19557288"/>
            <a:ext cx="809954" cy="1198815"/>
          </a:xfrm>
          <a:custGeom>
            <a:avLst/>
            <a:gdLst/>
            <a:ahLst/>
            <a:cxnLst/>
            <a:pathLst>
              <a:path w="288709" h="427256">
                <a:moveTo>
                  <a:pt x="288154" y="0"/>
                </a:moveTo>
                <a:lnTo>
                  <a:pt x="0" y="427256"/>
                </a:lnTo>
                <a:lnTo>
                  <a:pt x="6561" y="423229"/>
                </a:lnTo>
                <a:lnTo>
                  <a:pt x="288709" y="4877"/>
                </a:lnTo>
                <a:close/>
              </a:path>
            </a:pathLst>
          </a:custGeom>
          <a:gradFill>
            <a:gsLst>
              <a:gs pos="0">
                <a:srgbClr val="02A8D4">
                  <a:alpha val="4000"/>
                </a:srgbClr>
              </a:gs>
              <a:gs pos="8000">
                <a:srgbClr val="02A8D4">
                  <a:alpha val="70000"/>
                </a:srgbClr>
              </a:gs>
              <a:gs pos="28000">
                <a:srgbClr val="02A8D4"/>
              </a:gs>
              <a:gs pos="88000">
                <a:srgbClr val="02A8D4"/>
              </a:gs>
              <a:gs pos="100000">
                <a:srgbClr val="02A8D4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47" name="editable-brand-triangle#146"/>
          <p:cNvSpPr>
            <a:spLocks noGrp="1"/>
          </p:cNvSpPr>
          <p:nvPr/>
        </p:nvSpPr>
        <p:spPr>
          <a:xfrm>
            <a:off x="48523060" y="19569398"/>
            <a:ext cx="795044" cy="1176706"/>
          </a:xfrm>
          <a:custGeom>
            <a:avLst/>
            <a:gdLst/>
            <a:ahLst/>
            <a:cxnLst/>
            <a:pathLst>
              <a:path w="283395" h="419376">
                <a:moveTo>
                  <a:pt x="282839" y="0"/>
                </a:moveTo>
                <a:lnTo>
                  <a:pt x="0" y="419376"/>
                </a:lnTo>
                <a:lnTo>
                  <a:pt x="6561" y="415349"/>
                </a:lnTo>
                <a:lnTo>
                  <a:pt x="283395" y="4877"/>
                </a:lnTo>
                <a:close/>
              </a:path>
            </a:pathLst>
          </a:custGeom>
          <a:gradFill>
            <a:gsLst>
              <a:gs pos="0">
                <a:srgbClr val="15C1E5">
                  <a:alpha val="4000"/>
                </a:srgbClr>
              </a:gs>
              <a:gs pos="8000">
                <a:srgbClr val="15C1E5">
                  <a:alpha val="70000"/>
                </a:srgbClr>
              </a:gs>
              <a:gs pos="28000">
                <a:srgbClr val="15C1E5"/>
              </a:gs>
              <a:gs pos="88000">
                <a:srgbClr val="15C1E5"/>
              </a:gs>
              <a:gs pos="100000">
                <a:srgbClr val="15C1E5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48" name="editable-brand-triangle#147"/>
          <p:cNvSpPr>
            <a:spLocks noGrp="1"/>
          </p:cNvSpPr>
          <p:nvPr/>
        </p:nvSpPr>
        <p:spPr>
          <a:xfrm>
            <a:off x="48539350" y="19581507"/>
            <a:ext cx="780135" cy="1154596"/>
          </a:xfrm>
          <a:custGeom>
            <a:avLst/>
            <a:gdLst/>
            <a:ahLst/>
            <a:cxnLst/>
            <a:pathLst>
              <a:path w="278081" h="411496">
                <a:moveTo>
                  <a:pt x="277525" y="0"/>
                </a:moveTo>
                <a:lnTo>
                  <a:pt x="0" y="411496"/>
                </a:lnTo>
                <a:lnTo>
                  <a:pt x="6561" y="407469"/>
                </a:lnTo>
                <a:lnTo>
                  <a:pt x="278081" y="4877"/>
                </a:lnTo>
                <a:close/>
              </a:path>
            </a:pathLst>
          </a:custGeom>
          <a:gradFill>
            <a:gsLst>
              <a:gs pos="0">
                <a:srgbClr val="44CBE4">
                  <a:alpha val="4000"/>
                </a:srgbClr>
              </a:gs>
              <a:gs pos="8000">
                <a:srgbClr val="44CBE4">
                  <a:alpha val="70000"/>
                </a:srgbClr>
              </a:gs>
              <a:gs pos="28000">
                <a:srgbClr val="44CBE4"/>
              </a:gs>
              <a:gs pos="88000">
                <a:srgbClr val="44CBE4"/>
              </a:gs>
              <a:gs pos="100000">
                <a:srgbClr val="44CBE4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49" name="editable-brand-triangle#148"/>
          <p:cNvSpPr>
            <a:spLocks noGrp="1"/>
          </p:cNvSpPr>
          <p:nvPr/>
        </p:nvSpPr>
        <p:spPr>
          <a:xfrm>
            <a:off x="48555639" y="19593617"/>
            <a:ext cx="765226" cy="1132486"/>
          </a:xfrm>
          <a:custGeom>
            <a:avLst/>
            <a:gdLst/>
            <a:ahLst/>
            <a:cxnLst/>
            <a:pathLst>
              <a:path w="272766" h="403617">
                <a:moveTo>
                  <a:pt x="272210" y="0"/>
                </a:moveTo>
                <a:lnTo>
                  <a:pt x="0" y="403617"/>
                </a:lnTo>
                <a:lnTo>
                  <a:pt x="6561" y="399589"/>
                </a:lnTo>
                <a:lnTo>
                  <a:pt x="272766" y="4877"/>
                </a:lnTo>
                <a:close/>
              </a:path>
            </a:pathLst>
          </a:custGeom>
          <a:gradFill>
            <a:gsLst>
              <a:gs pos="0">
                <a:srgbClr val="73D6E2">
                  <a:alpha val="4000"/>
                </a:srgbClr>
              </a:gs>
              <a:gs pos="8000">
                <a:srgbClr val="73D6E2">
                  <a:alpha val="70000"/>
                </a:srgbClr>
              </a:gs>
              <a:gs pos="28000">
                <a:srgbClr val="73D6E2"/>
              </a:gs>
              <a:gs pos="88000">
                <a:srgbClr val="73D6E2"/>
              </a:gs>
              <a:gs pos="100000">
                <a:srgbClr val="73D6E2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50" name="editable-brand-triangle#149"/>
          <p:cNvSpPr>
            <a:spLocks noGrp="1"/>
          </p:cNvSpPr>
          <p:nvPr/>
        </p:nvSpPr>
        <p:spPr>
          <a:xfrm>
            <a:off x="48571928" y="19605727"/>
            <a:ext cx="750317" cy="1110376"/>
          </a:xfrm>
          <a:custGeom>
            <a:avLst/>
            <a:gdLst/>
            <a:ahLst/>
            <a:cxnLst/>
            <a:pathLst>
              <a:path w="267452" h="395737">
                <a:moveTo>
                  <a:pt x="266896" y="0"/>
                </a:moveTo>
                <a:lnTo>
                  <a:pt x="0" y="395737"/>
                </a:lnTo>
                <a:lnTo>
                  <a:pt x="6561" y="391709"/>
                </a:lnTo>
                <a:lnTo>
                  <a:pt x="267452" y="4877"/>
                </a:lnTo>
                <a:close/>
              </a:path>
            </a:pathLst>
          </a:custGeom>
          <a:gradFill>
            <a:gsLst>
              <a:gs pos="0">
                <a:srgbClr val="A0E0E0">
                  <a:alpha val="4000"/>
                </a:srgbClr>
              </a:gs>
              <a:gs pos="8000">
                <a:srgbClr val="A0E0E0">
                  <a:alpha val="70000"/>
                </a:srgbClr>
              </a:gs>
              <a:gs pos="28000">
                <a:srgbClr val="A0E0E0"/>
              </a:gs>
              <a:gs pos="88000">
                <a:srgbClr val="A0E0E0"/>
              </a:gs>
              <a:gs pos="100000">
                <a:srgbClr val="A0E0E0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51" name="editable-brand-triangle#150"/>
          <p:cNvSpPr>
            <a:spLocks noGrp="1"/>
          </p:cNvSpPr>
          <p:nvPr/>
        </p:nvSpPr>
        <p:spPr>
          <a:xfrm>
            <a:off x="48588218" y="19617836"/>
            <a:ext cx="735408" cy="1088267"/>
          </a:xfrm>
          <a:custGeom>
            <a:avLst/>
            <a:gdLst/>
            <a:ahLst/>
            <a:cxnLst/>
            <a:pathLst>
              <a:path w="262137" h="387857">
                <a:moveTo>
                  <a:pt x="261581" y="0"/>
                </a:moveTo>
                <a:lnTo>
                  <a:pt x="0" y="387857"/>
                </a:lnTo>
                <a:lnTo>
                  <a:pt x="6561" y="383829"/>
                </a:lnTo>
                <a:lnTo>
                  <a:pt x="262137" y="4877"/>
                </a:lnTo>
                <a:close/>
              </a:path>
            </a:pathLst>
          </a:custGeom>
          <a:gradFill>
            <a:gsLst>
              <a:gs pos="0">
                <a:srgbClr val="BEE7D9">
                  <a:alpha val="4000"/>
                </a:srgbClr>
              </a:gs>
              <a:gs pos="8000">
                <a:srgbClr val="BEE7D9">
                  <a:alpha val="70000"/>
                </a:srgbClr>
              </a:gs>
              <a:gs pos="28000">
                <a:srgbClr val="BEE7D9"/>
              </a:gs>
              <a:gs pos="88000">
                <a:srgbClr val="BEE7D9"/>
              </a:gs>
              <a:gs pos="100000">
                <a:srgbClr val="BEE7D9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52" name="editable-brand-triangle#151"/>
          <p:cNvSpPr>
            <a:spLocks noGrp="1"/>
          </p:cNvSpPr>
          <p:nvPr/>
        </p:nvSpPr>
        <p:spPr>
          <a:xfrm>
            <a:off x="48604507" y="19629946"/>
            <a:ext cx="720498" cy="1066157"/>
          </a:xfrm>
          <a:custGeom>
            <a:avLst/>
            <a:gdLst/>
            <a:ahLst/>
            <a:cxnLst/>
            <a:pathLst>
              <a:path w="256823" h="379977">
                <a:moveTo>
                  <a:pt x="256267" y="0"/>
                </a:moveTo>
                <a:lnTo>
                  <a:pt x="0" y="379977"/>
                </a:lnTo>
                <a:lnTo>
                  <a:pt x="6561" y="375950"/>
                </a:lnTo>
                <a:lnTo>
                  <a:pt x="256823" y="4877"/>
                </a:lnTo>
                <a:close/>
              </a:path>
            </a:pathLst>
          </a:custGeom>
          <a:gradFill>
            <a:gsLst>
              <a:gs pos="0">
                <a:srgbClr val="DBEED1">
                  <a:alpha val="4000"/>
                </a:srgbClr>
              </a:gs>
              <a:gs pos="8000">
                <a:srgbClr val="DBEED1">
                  <a:alpha val="70000"/>
                </a:srgbClr>
              </a:gs>
              <a:gs pos="28000">
                <a:srgbClr val="DBEED1"/>
              </a:gs>
              <a:gs pos="88000">
                <a:srgbClr val="DBEED1"/>
              </a:gs>
              <a:gs pos="100000">
                <a:srgbClr val="DBEED1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53" name="editable-brand-triangle#152"/>
          <p:cNvSpPr>
            <a:spLocks noGrp="1"/>
          </p:cNvSpPr>
          <p:nvPr/>
        </p:nvSpPr>
        <p:spPr>
          <a:xfrm>
            <a:off x="48620797" y="19642055"/>
            <a:ext cx="705589" cy="1044047"/>
          </a:xfrm>
          <a:custGeom>
            <a:avLst/>
            <a:gdLst/>
            <a:ahLst/>
            <a:cxnLst/>
            <a:pathLst>
              <a:path w="251509" h="372097">
                <a:moveTo>
                  <a:pt x="250953" y="0"/>
                </a:moveTo>
                <a:lnTo>
                  <a:pt x="0" y="372097"/>
                </a:lnTo>
                <a:lnTo>
                  <a:pt x="6561" y="368070"/>
                </a:lnTo>
                <a:lnTo>
                  <a:pt x="251509" y="4877"/>
                </a:lnTo>
                <a:close/>
              </a:path>
            </a:pathLst>
          </a:custGeom>
          <a:gradFill>
            <a:gsLst>
              <a:gs pos="0">
                <a:srgbClr val="F9F5CA">
                  <a:alpha val="4000"/>
                </a:srgbClr>
              </a:gs>
              <a:gs pos="8000">
                <a:srgbClr val="F9F5CA">
                  <a:alpha val="70000"/>
                </a:srgbClr>
              </a:gs>
              <a:gs pos="28000">
                <a:srgbClr val="F9F5CA"/>
              </a:gs>
              <a:gs pos="88000">
                <a:srgbClr val="F9F5CA"/>
              </a:gs>
              <a:gs pos="100000">
                <a:srgbClr val="F9F5CA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54" name="editable-brand-triangle#153"/>
          <p:cNvSpPr>
            <a:spLocks noGrp="1"/>
          </p:cNvSpPr>
          <p:nvPr/>
        </p:nvSpPr>
        <p:spPr>
          <a:xfrm>
            <a:off x="48637086" y="19654165"/>
            <a:ext cx="690680" cy="1021937"/>
          </a:xfrm>
          <a:custGeom>
            <a:avLst/>
            <a:gdLst/>
            <a:ahLst/>
            <a:cxnLst/>
            <a:pathLst>
              <a:path w="246194" h="364217">
                <a:moveTo>
                  <a:pt x="245638" y="0"/>
                </a:moveTo>
                <a:lnTo>
                  <a:pt x="0" y="364217"/>
                </a:lnTo>
                <a:lnTo>
                  <a:pt x="6561" y="360190"/>
                </a:lnTo>
                <a:lnTo>
                  <a:pt x="246194" y="4877"/>
                </a:lnTo>
                <a:close/>
              </a:path>
            </a:pathLst>
          </a:custGeom>
          <a:gradFill>
            <a:gsLst>
              <a:gs pos="0">
                <a:srgbClr val="F6E0A5">
                  <a:alpha val="4000"/>
                </a:srgbClr>
              </a:gs>
              <a:gs pos="8000">
                <a:srgbClr val="F6E0A5">
                  <a:alpha val="70000"/>
                </a:srgbClr>
              </a:gs>
              <a:gs pos="28000">
                <a:srgbClr val="F6E0A5"/>
              </a:gs>
              <a:gs pos="88000">
                <a:srgbClr val="F6E0A5"/>
              </a:gs>
              <a:gs pos="100000">
                <a:srgbClr val="F6E0A5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55" name="editable-brand-triangle#154"/>
          <p:cNvSpPr>
            <a:spLocks noGrp="1"/>
          </p:cNvSpPr>
          <p:nvPr/>
        </p:nvSpPr>
        <p:spPr>
          <a:xfrm>
            <a:off x="48653375" y="19666275"/>
            <a:ext cx="675771" cy="999828"/>
          </a:xfrm>
          <a:custGeom>
            <a:avLst/>
            <a:gdLst/>
            <a:ahLst/>
            <a:cxnLst/>
            <a:pathLst>
              <a:path w="240880" h="356337">
                <a:moveTo>
                  <a:pt x="240324" y="0"/>
                </a:moveTo>
                <a:lnTo>
                  <a:pt x="0" y="356337"/>
                </a:lnTo>
                <a:lnTo>
                  <a:pt x="6561" y="352310"/>
                </a:lnTo>
                <a:lnTo>
                  <a:pt x="240880" y="4877"/>
                </a:lnTo>
                <a:close/>
              </a:path>
            </a:pathLst>
          </a:custGeom>
          <a:gradFill>
            <a:gsLst>
              <a:gs pos="0">
                <a:srgbClr val="EAC478">
                  <a:alpha val="4000"/>
                </a:srgbClr>
              </a:gs>
              <a:gs pos="8000">
                <a:srgbClr val="EAC478">
                  <a:alpha val="70000"/>
                </a:srgbClr>
              </a:gs>
              <a:gs pos="28000">
                <a:srgbClr val="EAC478"/>
              </a:gs>
              <a:gs pos="88000">
                <a:srgbClr val="EAC478"/>
              </a:gs>
              <a:gs pos="100000">
                <a:srgbClr val="EAC478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56" name="editable-brand-triangle#155"/>
          <p:cNvSpPr>
            <a:spLocks noGrp="1"/>
          </p:cNvSpPr>
          <p:nvPr/>
        </p:nvSpPr>
        <p:spPr>
          <a:xfrm>
            <a:off x="48669665" y="19678384"/>
            <a:ext cx="660862" cy="977718"/>
          </a:xfrm>
          <a:custGeom>
            <a:avLst/>
            <a:gdLst/>
            <a:ahLst/>
            <a:cxnLst/>
            <a:pathLst>
              <a:path w="235565" h="348457">
                <a:moveTo>
                  <a:pt x="235009" y="0"/>
                </a:moveTo>
                <a:lnTo>
                  <a:pt x="0" y="348457"/>
                </a:lnTo>
                <a:lnTo>
                  <a:pt x="6561" y="344430"/>
                </a:lnTo>
                <a:lnTo>
                  <a:pt x="235565" y="4877"/>
                </a:lnTo>
                <a:close/>
              </a:path>
            </a:pathLst>
          </a:custGeom>
          <a:gradFill>
            <a:gsLst>
              <a:gs pos="0">
                <a:srgbClr val="DEA94C">
                  <a:alpha val="4000"/>
                </a:srgbClr>
              </a:gs>
              <a:gs pos="8000">
                <a:srgbClr val="DEA94C">
                  <a:alpha val="70000"/>
                </a:srgbClr>
              </a:gs>
              <a:gs pos="28000">
                <a:srgbClr val="DEA94C"/>
              </a:gs>
              <a:gs pos="88000">
                <a:srgbClr val="DEA94C"/>
              </a:gs>
              <a:gs pos="100000">
                <a:srgbClr val="DEA94C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57" name="editable-brand-triangle#156"/>
          <p:cNvSpPr>
            <a:spLocks noGrp="1"/>
          </p:cNvSpPr>
          <p:nvPr/>
        </p:nvSpPr>
        <p:spPr>
          <a:xfrm>
            <a:off x="48685954" y="19690494"/>
            <a:ext cx="645952" cy="955608"/>
          </a:xfrm>
          <a:custGeom>
            <a:avLst/>
            <a:gdLst/>
            <a:ahLst/>
            <a:cxnLst/>
            <a:pathLst>
              <a:path w="230251" h="340578">
                <a:moveTo>
                  <a:pt x="229695" y="0"/>
                </a:moveTo>
                <a:lnTo>
                  <a:pt x="0" y="340578"/>
                </a:lnTo>
                <a:lnTo>
                  <a:pt x="6561" y="336550"/>
                </a:lnTo>
                <a:lnTo>
                  <a:pt x="230251" y="4877"/>
                </a:lnTo>
                <a:close/>
              </a:path>
            </a:pathLst>
          </a:custGeom>
          <a:gradFill>
            <a:gsLst>
              <a:gs pos="0">
                <a:srgbClr val="BF9043">
                  <a:alpha val="4000"/>
                </a:srgbClr>
              </a:gs>
              <a:gs pos="8000">
                <a:srgbClr val="BF9043">
                  <a:alpha val="70000"/>
                </a:srgbClr>
              </a:gs>
              <a:gs pos="28000">
                <a:srgbClr val="BF9043"/>
              </a:gs>
              <a:gs pos="88000">
                <a:srgbClr val="BF9043"/>
              </a:gs>
              <a:gs pos="100000">
                <a:srgbClr val="BF9043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58" name="editable-brand-triangle#157"/>
          <p:cNvSpPr>
            <a:spLocks noGrp="1"/>
          </p:cNvSpPr>
          <p:nvPr/>
        </p:nvSpPr>
        <p:spPr>
          <a:xfrm>
            <a:off x="48702244" y="19702604"/>
            <a:ext cx="631043" cy="933498"/>
          </a:xfrm>
          <a:custGeom>
            <a:avLst/>
            <a:gdLst/>
            <a:ahLst/>
            <a:cxnLst/>
            <a:pathLst>
              <a:path w="224937" h="332698">
                <a:moveTo>
                  <a:pt x="224381" y="0"/>
                </a:moveTo>
                <a:lnTo>
                  <a:pt x="0" y="332698"/>
                </a:lnTo>
                <a:lnTo>
                  <a:pt x="6561" y="328670"/>
                </a:lnTo>
                <a:lnTo>
                  <a:pt x="224937" y="4877"/>
                </a:lnTo>
                <a:close/>
              </a:path>
            </a:pathLst>
          </a:custGeom>
          <a:gradFill>
            <a:gsLst>
              <a:gs pos="0">
                <a:srgbClr val="8C7A5E">
                  <a:alpha val="4000"/>
                </a:srgbClr>
              </a:gs>
              <a:gs pos="8000">
                <a:srgbClr val="8C7A5E">
                  <a:alpha val="70000"/>
                </a:srgbClr>
              </a:gs>
              <a:gs pos="28000">
                <a:srgbClr val="8C7A5E"/>
              </a:gs>
              <a:gs pos="88000">
                <a:srgbClr val="8C7A5E"/>
              </a:gs>
              <a:gs pos="100000">
                <a:srgbClr val="8C7A5E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59" name="editable-brand-triangle#158"/>
          <p:cNvSpPr>
            <a:spLocks noGrp="1"/>
          </p:cNvSpPr>
          <p:nvPr/>
        </p:nvSpPr>
        <p:spPr>
          <a:xfrm>
            <a:off x="48718533" y="19714713"/>
            <a:ext cx="616134" cy="911389"/>
          </a:xfrm>
          <a:custGeom>
            <a:avLst/>
            <a:gdLst/>
            <a:ahLst/>
            <a:cxnLst/>
            <a:pathLst>
              <a:path w="219622" h="324818">
                <a:moveTo>
                  <a:pt x="219066" y="0"/>
                </a:moveTo>
                <a:lnTo>
                  <a:pt x="0" y="324818"/>
                </a:lnTo>
                <a:lnTo>
                  <a:pt x="6561" y="320790"/>
                </a:lnTo>
                <a:lnTo>
                  <a:pt x="219622" y="4877"/>
                </a:lnTo>
                <a:close/>
              </a:path>
            </a:pathLst>
          </a:custGeom>
          <a:gradFill>
            <a:gsLst>
              <a:gs pos="0">
                <a:srgbClr val="596479">
                  <a:alpha val="4000"/>
                </a:srgbClr>
              </a:gs>
              <a:gs pos="8000">
                <a:srgbClr val="596479">
                  <a:alpha val="70000"/>
                </a:srgbClr>
              </a:gs>
              <a:gs pos="28000">
                <a:srgbClr val="596479"/>
              </a:gs>
              <a:gs pos="88000">
                <a:srgbClr val="596479"/>
              </a:gs>
              <a:gs pos="100000">
                <a:srgbClr val="596479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60" name="editable-brand-triangle#159"/>
          <p:cNvSpPr>
            <a:spLocks noGrp="1"/>
          </p:cNvSpPr>
          <p:nvPr/>
        </p:nvSpPr>
        <p:spPr>
          <a:xfrm>
            <a:off x="48734823" y="19726823"/>
            <a:ext cx="601225" cy="889279"/>
          </a:xfrm>
          <a:custGeom>
            <a:avLst/>
            <a:gdLst/>
            <a:ahLst/>
            <a:cxnLst/>
            <a:pathLst>
              <a:path w="214308" h="316938">
                <a:moveTo>
                  <a:pt x="213752" y="0"/>
                </a:moveTo>
                <a:lnTo>
                  <a:pt x="0" y="316938"/>
                </a:lnTo>
                <a:lnTo>
                  <a:pt x="6561" y="312911"/>
                </a:lnTo>
                <a:lnTo>
                  <a:pt x="214308" y="4877"/>
                </a:lnTo>
                <a:close/>
              </a:path>
            </a:pathLst>
          </a:custGeom>
          <a:gradFill>
            <a:gsLst>
              <a:gs pos="0">
                <a:srgbClr val="2E508C">
                  <a:alpha val="4000"/>
                </a:srgbClr>
              </a:gs>
              <a:gs pos="8000">
                <a:srgbClr val="2E508C">
                  <a:alpha val="70000"/>
                </a:srgbClr>
              </a:gs>
              <a:gs pos="28000">
                <a:srgbClr val="2E508C"/>
              </a:gs>
              <a:gs pos="88000">
                <a:srgbClr val="2E508C"/>
              </a:gs>
              <a:gs pos="100000">
                <a:srgbClr val="2E508C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61" name="editable-brand-triangle#160"/>
          <p:cNvSpPr>
            <a:spLocks noGrp="1"/>
          </p:cNvSpPr>
          <p:nvPr/>
        </p:nvSpPr>
        <p:spPr>
          <a:xfrm>
            <a:off x="48751112" y="19738933"/>
            <a:ext cx="586316" cy="867169"/>
          </a:xfrm>
          <a:custGeom>
            <a:avLst/>
            <a:gdLst/>
            <a:ahLst/>
            <a:cxnLst/>
            <a:pathLst>
              <a:path w="208993" h="309058">
                <a:moveTo>
                  <a:pt x="208437" y="0"/>
                </a:moveTo>
                <a:lnTo>
                  <a:pt x="0" y="309058"/>
                </a:lnTo>
                <a:lnTo>
                  <a:pt x="6561" y="305031"/>
                </a:lnTo>
                <a:lnTo>
                  <a:pt x="208993" y="4877"/>
                </a:lnTo>
                <a:close/>
              </a:path>
            </a:pathLst>
          </a:custGeom>
          <a:gradFill>
            <a:gsLst>
              <a:gs pos="0">
                <a:srgbClr val="25467F">
                  <a:alpha val="4000"/>
                </a:srgbClr>
              </a:gs>
              <a:gs pos="8000">
                <a:srgbClr val="25467F">
                  <a:alpha val="70000"/>
                </a:srgbClr>
              </a:gs>
              <a:gs pos="28000">
                <a:srgbClr val="25467F"/>
              </a:gs>
              <a:gs pos="88000">
                <a:srgbClr val="25467F"/>
              </a:gs>
              <a:gs pos="100000">
                <a:srgbClr val="25467F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62" name="editable-brand-triangle#161"/>
          <p:cNvSpPr>
            <a:spLocks noGrp="1"/>
          </p:cNvSpPr>
          <p:nvPr/>
        </p:nvSpPr>
        <p:spPr>
          <a:xfrm>
            <a:off x="48767401" y="19751042"/>
            <a:ext cx="571406" cy="845060"/>
          </a:xfrm>
          <a:custGeom>
            <a:avLst/>
            <a:gdLst/>
            <a:ahLst/>
            <a:cxnLst/>
            <a:pathLst>
              <a:path w="203679" h="301178">
                <a:moveTo>
                  <a:pt x="203123" y="0"/>
                </a:moveTo>
                <a:lnTo>
                  <a:pt x="0" y="301178"/>
                </a:lnTo>
                <a:lnTo>
                  <a:pt x="6561" y="297151"/>
                </a:lnTo>
                <a:lnTo>
                  <a:pt x="203679" y="4877"/>
                </a:lnTo>
                <a:close/>
              </a:path>
            </a:pathLst>
          </a:custGeom>
          <a:gradFill>
            <a:gsLst>
              <a:gs pos="0">
                <a:srgbClr val="1C3B72">
                  <a:alpha val="4000"/>
                </a:srgbClr>
              </a:gs>
              <a:gs pos="8000">
                <a:srgbClr val="1C3B72">
                  <a:alpha val="70000"/>
                </a:srgbClr>
              </a:gs>
              <a:gs pos="28000">
                <a:srgbClr val="1C3B72"/>
              </a:gs>
              <a:gs pos="88000">
                <a:srgbClr val="1C3B72"/>
              </a:gs>
              <a:gs pos="100000">
                <a:srgbClr val="1C3B72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63" name="editable-brand-triangle#162"/>
          <p:cNvSpPr>
            <a:spLocks noGrp="1"/>
          </p:cNvSpPr>
          <p:nvPr/>
        </p:nvSpPr>
        <p:spPr>
          <a:xfrm>
            <a:off x="48783691" y="19763152"/>
            <a:ext cx="556497" cy="822950"/>
          </a:xfrm>
          <a:custGeom>
            <a:avLst/>
            <a:gdLst/>
            <a:ahLst/>
            <a:cxnLst/>
            <a:pathLst>
              <a:path w="198364" h="293298">
                <a:moveTo>
                  <a:pt x="197809" y="0"/>
                </a:moveTo>
                <a:lnTo>
                  <a:pt x="0" y="293298"/>
                </a:lnTo>
                <a:lnTo>
                  <a:pt x="6561" y="289271"/>
                </a:lnTo>
                <a:lnTo>
                  <a:pt x="198364" y="4877"/>
                </a:lnTo>
                <a:close/>
              </a:path>
            </a:pathLst>
          </a:custGeom>
          <a:gradFill>
            <a:gsLst>
              <a:gs pos="0">
                <a:srgbClr val="133165">
                  <a:alpha val="4000"/>
                </a:srgbClr>
              </a:gs>
              <a:gs pos="8000">
                <a:srgbClr val="133165">
                  <a:alpha val="70000"/>
                </a:srgbClr>
              </a:gs>
              <a:gs pos="28000">
                <a:srgbClr val="133165"/>
              </a:gs>
              <a:gs pos="88000">
                <a:srgbClr val="133165"/>
              </a:gs>
              <a:gs pos="100000">
                <a:srgbClr val="133165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64" name="editable-brand-triangle#163"/>
          <p:cNvSpPr>
            <a:spLocks noGrp="1"/>
          </p:cNvSpPr>
          <p:nvPr/>
        </p:nvSpPr>
        <p:spPr>
          <a:xfrm>
            <a:off x="48799980" y="19775261"/>
            <a:ext cx="541588" cy="800840"/>
          </a:xfrm>
          <a:custGeom>
            <a:avLst/>
            <a:gdLst/>
            <a:ahLst/>
            <a:cxnLst/>
            <a:pathLst>
              <a:path w="193050" h="285418">
                <a:moveTo>
                  <a:pt x="192494" y="0"/>
                </a:moveTo>
                <a:lnTo>
                  <a:pt x="0" y="285418"/>
                </a:lnTo>
                <a:lnTo>
                  <a:pt x="6561" y="281391"/>
                </a:lnTo>
                <a:lnTo>
                  <a:pt x="193050" y="4877"/>
                </a:lnTo>
                <a:close/>
              </a:path>
            </a:pathLst>
          </a:custGeom>
          <a:gradFill>
            <a:gsLst>
              <a:gs pos="0">
                <a:srgbClr val="125583">
                  <a:alpha val="4000"/>
                </a:srgbClr>
              </a:gs>
              <a:gs pos="8000">
                <a:srgbClr val="125583">
                  <a:alpha val="70000"/>
                </a:srgbClr>
              </a:gs>
              <a:gs pos="28000">
                <a:srgbClr val="125583"/>
              </a:gs>
              <a:gs pos="88000">
                <a:srgbClr val="125583"/>
              </a:gs>
              <a:gs pos="100000">
                <a:srgbClr val="125583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65" name="editable-brand-triangle#164"/>
          <p:cNvSpPr>
            <a:spLocks noGrp="1"/>
          </p:cNvSpPr>
          <p:nvPr/>
        </p:nvSpPr>
        <p:spPr>
          <a:xfrm>
            <a:off x="48816270" y="19787371"/>
            <a:ext cx="526679" cy="778730"/>
          </a:xfrm>
          <a:custGeom>
            <a:avLst/>
            <a:gdLst/>
            <a:ahLst/>
            <a:cxnLst/>
            <a:pathLst>
              <a:path w="187736" h="277538">
                <a:moveTo>
                  <a:pt x="187180" y="0"/>
                </a:moveTo>
                <a:lnTo>
                  <a:pt x="0" y="277538"/>
                </a:lnTo>
                <a:lnTo>
                  <a:pt x="6561" y="273511"/>
                </a:lnTo>
                <a:lnTo>
                  <a:pt x="187736" y="4877"/>
                </a:lnTo>
                <a:close/>
              </a:path>
            </a:pathLst>
          </a:custGeom>
          <a:gradFill>
            <a:gsLst>
              <a:gs pos="0">
                <a:srgbClr val="127DA5">
                  <a:alpha val="4000"/>
                </a:srgbClr>
              </a:gs>
              <a:gs pos="8000">
                <a:srgbClr val="127DA5">
                  <a:alpha val="70000"/>
                </a:srgbClr>
              </a:gs>
              <a:gs pos="28000">
                <a:srgbClr val="127DA5"/>
              </a:gs>
              <a:gs pos="88000">
                <a:srgbClr val="127DA5"/>
              </a:gs>
              <a:gs pos="100000">
                <a:srgbClr val="127DA5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66" name="editable-brand-triangle#165"/>
          <p:cNvSpPr>
            <a:spLocks noGrp="1"/>
          </p:cNvSpPr>
          <p:nvPr/>
        </p:nvSpPr>
        <p:spPr>
          <a:xfrm>
            <a:off x="48832559" y="19799481"/>
            <a:ext cx="511770" cy="756621"/>
          </a:xfrm>
          <a:custGeom>
            <a:avLst/>
            <a:gdLst/>
            <a:ahLst/>
            <a:cxnLst/>
            <a:pathLst>
              <a:path w="182421" h="269659">
                <a:moveTo>
                  <a:pt x="181865" y="0"/>
                </a:moveTo>
                <a:lnTo>
                  <a:pt x="0" y="269659"/>
                </a:lnTo>
                <a:lnTo>
                  <a:pt x="6561" y="265631"/>
                </a:lnTo>
                <a:lnTo>
                  <a:pt x="182421" y="4877"/>
                </a:lnTo>
                <a:close/>
              </a:path>
            </a:pathLst>
          </a:custGeom>
          <a:gradFill>
            <a:gsLst>
              <a:gs pos="0">
                <a:srgbClr val="12A6C7">
                  <a:alpha val="4000"/>
                </a:srgbClr>
              </a:gs>
              <a:gs pos="8000">
                <a:srgbClr val="12A6C7">
                  <a:alpha val="70000"/>
                </a:srgbClr>
              </a:gs>
              <a:gs pos="28000">
                <a:srgbClr val="12A6C7"/>
              </a:gs>
              <a:gs pos="88000">
                <a:srgbClr val="12A6C7"/>
              </a:gs>
              <a:gs pos="100000">
                <a:srgbClr val="12A6C7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67" name="editable-brand-triangle#166"/>
          <p:cNvSpPr>
            <a:spLocks noGrp="1"/>
          </p:cNvSpPr>
          <p:nvPr/>
        </p:nvSpPr>
        <p:spPr>
          <a:xfrm>
            <a:off x="48848848" y="19811590"/>
            <a:ext cx="496860" cy="734511"/>
          </a:xfrm>
          <a:custGeom>
            <a:avLst/>
            <a:gdLst/>
            <a:ahLst/>
            <a:cxnLst/>
            <a:pathLst>
              <a:path w="177107" h="261779">
                <a:moveTo>
                  <a:pt x="176551" y="0"/>
                </a:moveTo>
                <a:lnTo>
                  <a:pt x="0" y="261779"/>
                </a:lnTo>
                <a:lnTo>
                  <a:pt x="6561" y="257751"/>
                </a:lnTo>
                <a:lnTo>
                  <a:pt x="177107" y="4877"/>
                </a:lnTo>
                <a:close/>
              </a:path>
            </a:pathLst>
          </a:custGeom>
          <a:gradFill>
            <a:gsLst>
              <a:gs pos="0">
                <a:srgbClr val="33C0D8">
                  <a:alpha val="4000"/>
                </a:srgbClr>
              </a:gs>
              <a:gs pos="8000">
                <a:srgbClr val="33C0D8">
                  <a:alpha val="70000"/>
                </a:srgbClr>
              </a:gs>
              <a:gs pos="28000">
                <a:srgbClr val="33C0D8"/>
              </a:gs>
              <a:gs pos="88000">
                <a:srgbClr val="33C0D8"/>
              </a:gs>
              <a:gs pos="100000">
                <a:srgbClr val="33C0D8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68" name="editable-brand-triangle#167"/>
          <p:cNvSpPr>
            <a:spLocks noGrp="1"/>
          </p:cNvSpPr>
          <p:nvPr/>
        </p:nvSpPr>
        <p:spPr>
          <a:xfrm>
            <a:off x="48865138" y="19823700"/>
            <a:ext cx="481951" cy="712401"/>
          </a:xfrm>
          <a:custGeom>
            <a:avLst/>
            <a:gdLst/>
            <a:ahLst/>
            <a:cxnLst/>
            <a:pathLst>
              <a:path w="171792" h="253899">
                <a:moveTo>
                  <a:pt x="171236" y="0"/>
                </a:moveTo>
                <a:lnTo>
                  <a:pt x="0" y="253899"/>
                </a:lnTo>
                <a:lnTo>
                  <a:pt x="6561" y="249871"/>
                </a:lnTo>
                <a:lnTo>
                  <a:pt x="171792" y="4877"/>
                </a:lnTo>
                <a:close/>
              </a:path>
            </a:pathLst>
          </a:custGeom>
          <a:gradFill>
            <a:gsLst>
              <a:gs pos="0">
                <a:srgbClr val="69D1DE">
                  <a:alpha val="4000"/>
                </a:srgbClr>
              </a:gs>
              <a:gs pos="8000">
                <a:srgbClr val="69D1DE">
                  <a:alpha val="70000"/>
                </a:srgbClr>
              </a:gs>
              <a:gs pos="28000">
                <a:srgbClr val="69D1DE"/>
              </a:gs>
              <a:gs pos="88000">
                <a:srgbClr val="69D1DE"/>
              </a:gs>
              <a:gs pos="100000">
                <a:srgbClr val="69D1DE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69" name="editable-brand-triangle#168"/>
          <p:cNvSpPr>
            <a:spLocks noGrp="1"/>
          </p:cNvSpPr>
          <p:nvPr/>
        </p:nvSpPr>
        <p:spPr>
          <a:xfrm>
            <a:off x="48881427" y="19835810"/>
            <a:ext cx="467042" cy="690291"/>
          </a:xfrm>
          <a:custGeom>
            <a:avLst/>
            <a:gdLst/>
            <a:ahLst/>
            <a:cxnLst/>
            <a:pathLst>
              <a:path w="166478" h="246019">
                <a:moveTo>
                  <a:pt x="165922" y="0"/>
                </a:moveTo>
                <a:lnTo>
                  <a:pt x="0" y="246019"/>
                </a:lnTo>
                <a:lnTo>
                  <a:pt x="6561" y="241992"/>
                </a:lnTo>
                <a:lnTo>
                  <a:pt x="166478" y="4877"/>
                </a:lnTo>
                <a:close/>
              </a:path>
            </a:pathLst>
          </a:custGeom>
          <a:gradFill>
            <a:gsLst>
              <a:gs pos="0">
                <a:srgbClr val="9FE2E3">
                  <a:alpha val="4000"/>
                </a:srgbClr>
              </a:gs>
              <a:gs pos="8000">
                <a:srgbClr val="9FE2E3">
                  <a:alpha val="70000"/>
                </a:srgbClr>
              </a:gs>
              <a:gs pos="28000">
                <a:srgbClr val="9FE2E3"/>
              </a:gs>
              <a:gs pos="88000">
                <a:srgbClr val="9FE2E3"/>
              </a:gs>
              <a:gs pos="100000">
                <a:srgbClr val="9FE2E3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70" name="editable-brand-triangle#169"/>
          <p:cNvSpPr>
            <a:spLocks noGrp="1"/>
          </p:cNvSpPr>
          <p:nvPr/>
        </p:nvSpPr>
        <p:spPr>
          <a:xfrm>
            <a:off x="48897717" y="19847919"/>
            <a:ext cx="452133" cy="668182"/>
          </a:xfrm>
          <a:custGeom>
            <a:avLst/>
            <a:gdLst/>
            <a:ahLst/>
            <a:cxnLst/>
            <a:pathLst>
              <a:path w="161164" h="238139">
                <a:moveTo>
                  <a:pt x="160608" y="0"/>
                </a:moveTo>
                <a:lnTo>
                  <a:pt x="0" y="238139"/>
                </a:lnTo>
                <a:lnTo>
                  <a:pt x="6561" y="234112"/>
                </a:lnTo>
                <a:lnTo>
                  <a:pt x="161164" y="4877"/>
                </a:lnTo>
                <a:close/>
              </a:path>
            </a:pathLst>
          </a:custGeom>
          <a:gradFill>
            <a:gsLst>
              <a:gs pos="0">
                <a:srgbClr val="B5DCDA">
                  <a:alpha val="4000"/>
                </a:srgbClr>
              </a:gs>
              <a:gs pos="8000">
                <a:srgbClr val="B5DCDA">
                  <a:alpha val="70000"/>
                </a:srgbClr>
              </a:gs>
              <a:gs pos="28000">
                <a:srgbClr val="B5DCDA"/>
              </a:gs>
              <a:gs pos="88000">
                <a:srgbClr val="B5DCDA"/>
              </a:gs>
              <a:gs pos="100000">
                <a:srgbClr val="B5DCDA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71" name="editable-brand-triangle#170"/>
          <p:cNvSpPr>
            <a:spLocks noGrp="1"/>
          </p:cNvSpPr>
          <p:nvPr/>
        </p:nvSpPr>
        <p:spPr>
          <a:xfrm>
            <a:off x="48914006" y="19860029"/>
            <a:ext cx="437224" cy="646072"/>
          </a:xfrm>
          <a:custGeom>
            <a:avLst/>
            <a:gdLst/>
            <a:ahLst/>
            <a:cxnLst/>
            <a:pathLst>
              <a:path w="155849" h="230259">
                <a:moveTo>
                  <a:pt x="155293" y="0"/>
                </a:moveTo>
                <a:lnTo>
                  <a:pt x="0" y="230259"/>
                </a:lnTo>
                <a:lnTo>
                  <a:pt x="6561" y="226232"/>
                </a:lnTo>
                <a:lnTo>
                  <a:pt x="155849" y="4877"/>
                </a:lnTo>
                <a:close/>
              </a:path>
            </a:pathLst>
          </a:custGeom>
          <a:gradFill>
            <a:gsLst>
              <a:gs pos="0">
                <a:srgbClr val="7EA2AE">
                  <a:alpha val="4000"/>
                </a:srgbClr>
              </a:gs>
              <a:gs pos="8000">
                <a:srgbClr val="7EA2AE">
                  <a:alpha val="70000"/>
                </a:srgbClr>
              </a:gs>
              <a:gs pos="28000">
                <a:srgbClr val="7EA2AE"/>
              </a:gs>
              <a:gs pos="88000">
                <a:srgbClr val="7EA2AE"/>
              </a:gs>
              <a:gs pos="100000">
                <a:srgbClr val="7EA2AE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72" name="editable-brand-triangle#171"/>
          <p:cNvSpPr>
            <a:spLocks noGrp="1"/>
          </p:cNvSpPr>
          <p:nvPr/>
        </p:nvSpPr>
        <p:spPr>
          <a:xfrm>
            <a:off x="48930295" y="19872138"/>
            <a:ext cx="422314" cy="623962"/>
          </a:xfrm>
          <a:custGeom>
            <a:avLst/>
            <a:gdLst/>
            <a:ahLst/>
            <a:cxnLst/>
            <a:pathLst>
              <a:path w="150535" h="222379">
                <a:moveTo>
                  <a:pt x="149979" y="0"/>
                </a:moveTo>
                <a:lnTo>
                  <a:pt x="0" y="222379"/>
                </a:lnTo>
                <a:lnTo>
                  <a:pt x="6561" y="218352"/>
                </a:lnTo>
                <a:lnTo>
                  <a:pt x="150535" y="4877"/>
                </a:lnTo>
                <a:close/>
              </a:path>
            </a:pathLst>
          </a:custGeom>
          <a:gradFill>
            <a:gsLst>
              <a:gs pos="0">
                <a:srgbClr val="476783">
                  <a:alpha val="4000"/>
                </a:srgbClr>
              </a:gs>
              <a:gs pos="8000">
                <a:srgbClr val="476783">
                  <a:alpha val="70000"/>
                </a:srgbClr>
              </a:gs>
              <a:gs pos="28000">
                <a:srgbClr val="476783"/>
              </a:gs>
              <a:gs pos="88000">
                <a:srgbClr val="476783"/>
              </a:gs>
              <a:gs pos="100000">
                <a:srgbClr val="476783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73" name="editable-brand-triangle#172"/>
          <p:cNvSpPr>
            <a:spLocks noGrp="1"/>
          </p:cNvSpPr>
          <p:nvPr/>
        </p:nvSpPr>
        <p:spPr>
          <a:xfrm>
            <a:off x="48946585" y="19884248"/>
            <a:ext cx="407405" cy="601852"/>
          </a:xfrm>
          <a:custGeom>
            <a:avLst/>
            <a:gdLst/>
            <a:ahLst/>
            <a:cxnLst/>
            <a:pathLst>
              <a:path w="145220" h="214499">
                <a:moveTo>
                  <a:pt x="144664" y="0"/>
                </a:moveTo>
                <a:lnTo>
                  <a:pt x="0" y="214499"/>
                </a:lnTo>
                <a:lnTo>
                  <a:pt x="6561" y="210472"/>
                </a:lnTo>
                <a:lnTo>
                  <a:pt x="145220" y="4877"/>
                </a:lnTo>
                <a:close/>
              </a:path>
            </a:pathLst>
          </a:custGeom>
          <a:gradFill>
            <a:gsLst>
              <a:gs pos="0">
                <a:srgbClr val="102D57">
                  <a:alpha val="4000"/>
                </a:srgbClr>
              </a:gs>
              <a:gs pos="8000">
                <a:srgbClr val="102D57">
                  <a:alpha val="70000"/>
                </a:srgbClr>
              </a:gs>
              <a:gs pos="28000">
                <a:srgbClr val="102D57"/>
              </a:gs>
              <a:gs pos="88000">
                <a:srgbClr val="102D57"/>
              </a:gs>
              <a:gs pos="100000">
                <a:srgbClr val="102D57">
                  <a:alpha val="30000"/>
                </a:srgbClr>
              </a:gs>
            </a:gsLst>
            <a:lin ang="7439809"/>
          </a:gradFill>
          <a:ln w="0">
            <a:noFill/>
          </a:ln>
        </p:spPr>
      </p:sp>
      <p:sp>
        <p:nvSpPr>
          <p:cNvPr id="174" name="editable-brand-triangle#173"/>
          <p:cNvSpPr>
            <a:spLocks noGrp="1"/>
          </p:cNvSpPr>
          <p:nvPr/>
        </p:nvSpPr>
        <p:spPr>
          <a:xfrm>
            <a:off x="48409034" y="20554625"/>
            <a:ext cx="2052227" cy="261479"/>
          </a:xfrm>
          <a:custGeom>
            <a:avLst/>
            <a:gdLst/>
            <a:ahLst/>
            <a:cxnLst/>
            <a:pathLst>
              <a:path w="731520" h="93191">
                <a:moveTo>
                  <a:pt x="0" y="93191"/>
                </a:moveTo>
                <a:lnTo>
                  <a:pt x="731520" y="2322"/>
                </a:lnTo>
                <a:lnTo>
                  <a:pt x="724355" y="0"/>
                </a:lnTo>
                <a:lnTo>
                  <a:pt x="6561" y="89163"/>
                </a:lnTo>
                <a:close/>
              </a:path>
            </a:pathLst>
          </a:custGeom>
          <a:gradFill>
            <a:gsLst>
              <a:gs pos="0">
                <a:srgbClr val="152140">
                  <a:alpha val="4000"/>
                </a:srgbClr>
              </a:gs>
              <a:gs pos="8000">
                <a:srgbClr val="152140">
                  <a:alpha val="70000"/>
                </a:srgbClr>
              </a:gs>
              <a:gs pos="28000">
                <a:srgbClr val="152140"/>
              </a:gs>
              <a:gs pos="88000">
                <a:srgbClr val="152140"/>
              </a:gs>
              <a:gs pos="100000">
                <a:srgbClr val="152140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75" name="editable-brand-triangle#174"/>
          <p:cNvSpPr>
            <a:spLocks noGrp="1"/>
          </p:cNvSpPr>
          <p:nvPr/>
        </p:nvSpPr>
        <p:spPr>
          <a:xfrm>
            <a:off x="48425324" y="20548859"/>
            <a:ext cx="2018148" cy="257245"/>
          </a:xfrm>
          <a:custGeom>
            <a:avLst/>
            <a:gdLst/>
            <a:ahLst/>
            <a:cxnLst/>
            <a:pathLst>
              <a:path w="719373" h="91682">
                <a:moveTo>
                  <a:pt x="0" y="91682"/>
                </a:moveTo>
                <a:lnTo>
                  <a:pt x="719373" y="2322"/>
                </a:lnTo>
                <a:lnTo>
                  <a:pt x="712208" y="0"/>
                </a:lnTo>
                <a:lnTo>
                  <a:pt x="6561" y="87655"/>
                </a:lnTo>
                <a:close/>
              </a:path>
            </a:pathLst>
          </a:custGeom>
          <a:gradFill>
            <a:gsLst>
              <a:gs pos="0">
                <a:srgbClr val="102D55">
                  <a:alpha val="4000"/>
                </a:srgbClr>
              </a:gs>
              <a:gs pos="8000">
                <a:srgbClr val="102D55">
                  <a:alpha val="70000"/>
                </a:srgbClr>
              </a:gs>
              <a:gs pos="28000">
                <a:srgbClr val="102D55"/>
              </a:gs>
              <a:gs pos="88000">
                <a:srgbClr val="102D55"/>
              </a:gs>
              <a:gs pos="100000">
                <a:srgbClr val="102D55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76" name="editable-brand-triangle#175"/>
          <p:cNvSpPr>
            <a:spLocks noGrp="1"/>
          </p:cNvSpPr>
          <p:nvPr/>
        </p:nvSpPr>
        <p:spPr>
          <a:xfrm>
            <a:off x="48441613" y="20543092"/>
            <a:ext cx="1984070" cy="253011"/>
          </a:xfrm>
          <a:custGeom>
            <a:avLst/>
            <a:gdLst/>
            <a:ahLst/>
            <a:cxnLst/>
            <a:pathLst>
              <a:path w="707226" h="90173">
                <a:moveTo>
                  <a:pt x="0" y="90173"/>
                </a:moveTo>
                <a:lnTo>
                  <a:pt x="707226" y="2322"/>
                </a:lnTo>
                <a:lnTo>
                  <a:pt x="700060" y="0"/>
                </a:lnTo>
                <a:lnTo>
                  <a:pt x="6561" y="86146"/>
                </a:lnTo>
                <a:close/>
              </a:path>
            </a:pathLst>
          </a:custGeom>
          <a:gradFill>
            <a:gsLst>
              <a:gs pos="0">
                <a:srgbClr val="0A3A6A">
                  <a:alpha val="4000"/>
                </a:srgbClr>
              </a:gs>
              <a:gs pos="8000">
                <a:srgbClr val="0A3A6A">
                  <a:alpha val="70000"/>
                </a:srgbClr>
              </a:gs>
              <a:gs pos="28000">
                <a:srgbClr val="0A3A6A"/>
              </a:gs>
              <a:gs pos="88000">
                <a:srgbClr val="0A3A6A"/>
              </a:gs>
              <a:gs pos="100000">
                <a:srgbClr val="0A3A6A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77" name="editable-brand-triangle#176"/>
          <p:cNvSpPr>
            <a:spLocks noGrp="1"/>
          </p:cNvSpPr>
          <p:nvPr/>
        </p:nvSpPr>
        <p:spPr>
          <a:xfrm>
            <a:off x="48457903" y="20537326"/>
            <a:ext cx="1949992" cy="248778"/>
          </a:xfrm>
          <a:custGeom>
            <a:avLst/>
            <a:gdLst/>
            <a:ahLst/>
            <a:cxnLst/>
            <a:pathLst>
              <a:path w="695078" h="88664">
                <a:moveTo>
                  <a:pt x="0" y="88664"/>
                </a:moveTo>
                <a:lnTo>
                  <a:pt x="695078" y="2322"/>
                </a:lnTo>
                <a:lnTo>
                  <a:pt x="687913" y="0"/>
                </a:lnTo>
                <a:lnTo>
                  <a:pt x="6561" y="84637"/>
                </a:lnTo>
                <a:close/>
              </a:path>
            </a:pathLst>
          </a:custGeom>
          <a:gradFill>
            <a:gsLst>
              <a:gs pos="0">
                <a:srgbClr val="05467F">
                  <a:alpha val="4000"/>
                </a:srgbClr>
              </a:gs>
              <a:gs pos="8000">
                <a:srgbClr val="05467F">
                  <a:alpha val="70000"/>
                </a:srgbClr>
              </a:gs>
              <a:gs pos="28000">
                <a:srgbClr val="05467F"/>
              </a:gs>
              <a:gs pos="88000">
                <a:srgbClr val="05467F"/>
              </a:gs>
              <a:gs pos="100000">
                <a:srgbClr val="05467F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78" name="editable-brand-triangle#177"/>
          <p:cNvSpPr>
            <a:spLocks noGrp="1"/>
          </p:cNvSpPr>
          <p:nvPr/>
        </p:nvSpPr>
        <p:spPr>
          <a:xfrm>
            <a:off x="48474192" y="20531560"/>
            <a:ext cx="1915914" cy="244544"/>
          </a:xfrm>
          <a:custGeom>
            <a:avLst/>
            <a:gdLst/>
            <a:ahLst/>
            <a:cxnLst/>
            <a:pathLst>
              <a:path w="682931" h="87155">
                <a:moveTo>
                  <a:pt x="0" y="87155"/>
                </a:moveTo>
                <a:lnTo>
                  <a:pt x="682931" y="2322"/>
                </a:lnTo>
                <a:lnTo>
                  <a:pt x="675766" y="0"/>
                </a:lnTo>
                <a:lnTo>
                  <a:pt x="6561" y="83128"/>
                </a:lnTo>
                <a:close/>
              </a:path>
            </a:pathLst>
          </a:custGeom>
          <a:gradFill>
            <a:gsLst>
              <a:gs pos="0">
                <a:srgbClr val="03629A">
                  <a:alpha val="4000"/>
                </a:srgbClr>
              </a:gs>
              <a:gs pos="8000">
                <a:srgbClr val="03629A">
                  <a:alpha val="70000"/>
                </a:srgbClr>
              </a:gs>
              <a:gs pos="28000">
                <a:srgbClr val="03629A"/>
              </a:gs>
              <a:gs pos="88000">
                <a:srgbClr val="03629A"/>
              </a:gs>
              <a:gs pos="100000">
                <a:srgbClr val="03629A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79" name="editable-brand-triangle#178"/>
          <p:cNvSpPr>
            <a:spLocks noGrp="1"/>
          </p:cNvSpPr>
          <p:nvPr/>
        </p:nvSpPr>
        <p:spPr>
          <a:xfrm>
            <a:off x="48490481" y="20525793"/>
            <a:ext cx="1881836" cy="240310"/>
          </a:xfrm>
          <a:custGeom>
            <a:avLst/>
            <a:gdLst/>
            <a:ahLst/>
            <a:cxnLst/>
            <a:pathLst>
              <a:path w="670784" h="85646">
                <a:moveTo>
                  <a:pt x="0" y="85646"/>
                </a:moveTo>
                <a:lnTo>
                  <a:pt x="670784" y="2322"/>
                </a:lnTo>
                <a:lnTo>
                  <a:pt x="663619" y="0"/>
                </a:lnTo>
                <a:lnTo>
                  <a:pt x="6561" y="81619"/>
                </a:lnTo>
                <a:close/>
              </a:path>
            </a:pathLst>
          </a:custGeom>
          <a:gradFill>
            <a:gsLst>
              <a:gs pos="0">
                <a:srgbClr val="0285B7">
                  <a:alpha val="4000"/>
                </a:srgbClr>
              </a:gs>
              <a:gs pos="8000">
                <a:srgbClr val="0285B7">
                  <a:alpha val="70000"/>
                </a:srgbClr>
              </a:gs>
              <a:gs pos="28000">
                <a:srgbClr val="0285B7"/>
              </a:gs>
              <a:gs pos="88000">
                <a:srgbClr val="0285B7"/>
              </a:gs>
              <a:gs pos="100000">
                <a:srgbClr val="0285B7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80" name="editable-brand-triangle#179"/>
          <p:cNvSpPr>
            <a:spLocks noGrp="1"/>
          </p:cNvSpPr>
          <p:nvPr/>
        </p:nvSpPr>
        <p:spPr>
          <a:xfrm>
            <a:off x="48506771" y="20520027"/>
            <a:ext cx="1847758" cy="236076"/>
          </a:xfrm>
          <a:custGeom>
            <a:avLst/>
            <a:gdLst/>
            <a:ahLst/>
            <a:cxnLst/>
            <a:pathLst>
              <a:path w="658637" h="84137">
                <a:moveTo>
                  <a:pt x="0" y="84137"/>
                </a:moveTo>
                <a:lnTo>
                  <a:pt x="658637" y="2322"/>
                </a:lnTo>
                <a:lnTo>
                  <a:pt x="651471" y="0"/>
                </a:lnTo>
                <a:lnTo>
                  <a:pt x="6561" y="80110"/>
                </a:lnTo>
                <a:close/>
              </a:path>
            </a:pathLst>
          </a:custGeom>
          <a:gradFill>
            <a:gsLst>
              <a:gs pos="0">
                <a:srgbClr val="02A8D4">
                  <a:alpha val="4000"/>
                </a:srgbClr>
              </a:gs>
              <a:gs pos="8000">
                <a:srgbClr val="02A8D4">
                  <a:alpha val="70000"/>
                </a:srgbClr>
              </a:gs>
              <a:gs pos="28000">
                <a:srgbClr val="02A8D4"/>
              </a:gs>
              <a:gs pos="88000">
                <a:srgbClr val="02A8D4"/>
              </a:gs>
              <a:gs pos="100000">
                <a:srgbClr val="02A8D4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81" name="editable-brand-triangle#180"/>
          <p:cNvSpPr>
            <a:spLocks noGrp="1"/>
          </p:cNvSpPr>
          <p:nvPr/>
        </p:nvSpPr>
        <p:spPr>
          <a:xfrm>
            <a:off x="48523060" y="20514261"/>
            <a:ext cx="1813679" cy="231843"/>
          </a:xfrm>
          <a:custGeom>
            <a:avLst/>
            <a:gdLst/>
            <a:ahLst/>
            <a:cxnLst/>
            <a:pathLst>
              <a:path w="646489" h="82628">
                <a:moveTo>
                  <a:pt x="0" y="82628"/>
                </a:moveTo>
                <a:lnTo>
                  <a:pt x="646489" y="2322"/>
                </a:lnTo>
                <a:lnTo>
                  <a:pt x="639324" y="0"/>
                </a:lnTo>
                <a:lnTo>
                  <a:pt x="6561" y="78601"/>
                </a:lnTo>
                <a:close/>
              </a:path>
            </a:pathLst>
          </a:custGeom>
          <a:gradFill>
            <a:gsLst>
              <a:gs pos="0">
                <a:srgbClr val="15C1E5">
                  <a:alpha val="4000"/>
                </a:srgbClr>
              </a:gs>
              <a:gs pos="8000">
                <a:srgbClr val="15C1E5">
                  <a:alpha val="70000"/>
                </a:srgbClr>
              </a:gs>
              <a:gs pos="28000">
                <a:srgbClr val="15C1E5"/>
              </a:gs>
              <a:gs pos="88000">
                <a:srgbClr val="15C1E5"/>
              </a:gs>
              <a:gs pos="100000">
                <a:srgbClr val="15C1E5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82" name="editable-brand-triangle#181"/>
          <p:cNvSpPr>
            <a:spLocks noGrp="1"/>
          </p:cNvSpPr>
          <p:nvPr/>
        </p:nvSpPr>
        <p:spPr>
          <a:xfrm>
            <a:off x="48539350" y="20508494"/>
            <a:ext cx="1779601" cy="227609"/>
          </a:xfrm>
          <a:custGeom>
            <a:avLst/>
            <a:gdLst/>
            <a:ahLst/>
            <a:cxnLst/>
            <a:pathLst>
              <a:path w="634342" h="81119">
                <a:moveTo>
                  <a:pt x="0" y="81119"/>
                </a:moveTo>
                <a:lnTo>
                  <a:pt x="634342" y="2322"/>
                </a:lnTo>
                <a:lnTo>
                  <a:pt x="627177" y="0"/>
                </a:lnTo>
                <a:lnTo>
                  <a:pt x="6561" y="77092"/>
                </a:lnTo>
                <a:close/>
              </a:path>
            </a:pathLst>
          </a:custGeom>
          <a:gradFill>
            <a:gsLst>
              <a:gs pos="0">
                <a:srgbClr val="44CBE4">
                  <a:alpha val="4000"/>
                </a:srgbClr>
              </a:gs>
              <a:gs pos="8000">
                <a:srgbClr val="44CBE4">
                  <a:alpha val="70000"/>
                </a:srgbClr>
              </a:gs>
              <a:gs pos="28000">
                <a:srgbClr val="44CBE4"/>
              </a:gs>
              <a:gs pos="88000">
                <a:srgbClr val="44CBE4"/>
              </a:gs>
              <a:gs pos="100000">
                <a:srgbClr val="44CBE4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83" name="editable-brand-triangle#182"/>
          <p:cNvSpPr>
            <a:spLocks noGrp="1"/>
          </p:cNvSpPr>
          <p:nvPr/>
        </p:nvSpPr>
        <p:spPr>
          <a:xfrm>
            <a:off x="48555639" y="20502728"/>
            <a:ext cx="1745523" cy="223375"/>
          </a:xfrm>
          <a:custGeom>
            <a:avLst/>
            <a:gdLst/>
            <a:ahLst/>
            <a:cxnLst/>
            <a:pathLst>
              <a:path w="622195" h="79611">
                <a:moveTo>
                  <a:pt x="0" y="79611"/>
                </a:moveTo>
                <a:lnTo>
                  <a:pt x="622195" y="2322"/>
                </a:lnTo>
                <a:lnTo>
                  <a:pt x="615030" y="0"/>
                </a:lnTo>
                <a:lnTo>
                  <a:pt x="6561" y="75583"/>
                </a:lnTo>
                <a:close/>
              </a:path>
            </a:pathLst>
          </a:custGeom>
          <a:gradFill>
            <a:gsLst>
              <a:gs pos="0">
                <a:srgbClr val="73D6E2">
                  <a:alpha val="4000"/>
                </a:srgbClr>
              </a:gs>
              <a:gs pos="8000">
                <a:srgbClr val="73D6E2">
                  <a:alpha val="70000"/>
                </a:srgbClr>
              </a:gs>
              <a:gs pos="28000">
                <a:srgbClr val="73D6E2"/>
              </a:gs>
              <a:gs pos="88000">
                <a:srgbClr val="73D6E2"/>
              </a:gs>
              <a:gs pos="100000">
                <a:srgbClr val="73D6E2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84" name="editable-brand-triangle#183"/>
          <p:cNvSpPr>
            <a:spLocks noGrp="1"/>
          </p:cNvSpPr>
          <p:nvPr/>
        </p:nvSpPr>
        <p:spPr>
          <a:xfrm>
            <a:off x="48571928" y="20496962"/>
            <a:ext cx="1711445" cy="219141"/>
          </a:xfrm>
          <a:custGeom>
            <a:avLst/>
            <a:gdLst/>
            <a:ahLst/>
            <a:cxnLst/>
            <a:pathLst>
              <a:path w="610048" h="78102">
                <a:moveTo>
                  <a:pt x="0" y="78102"/>
                </a:moveTo>
                <a:lnTo>
                  <a:pt x="610048" y="2322"/>
                </a:lnTo>
                <a:lnTo>
                  <a:pt x="602883" y="0"/>
                </a:lnTo>
                <a:lnTo>
                  <a:pt x="6561" y="74074"/>
                </a:lnTo>
                <a:close/>
              </a:path>
            </a:pathLst>
          </a:custGeom>
          <a:gradFill>
            <a:gsLst>
              <a:gs pos="0">
                <a:srgbClr val="A0E0E0">
                  <a:alpha val="4000"/>
                </a:srgbClr>
              </a:gs>
              <a:gs pos="8000">
                <a:srgbClr val="A0E0E0">
                  <a:alpha val="70000"/>
                </a:srgbClr>
              </a:gs>
              <a:gs pos="28000">
                <a:srgbClr val="A0E0E0"/>
              </a:gs>
              <a:gs pos="88000">
                <a:srgbClr val="A0E0E0"/>
              </a:gs>
              <a:gs pos="100000">
                <a:srgbClr val="A0E0E0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85" name="editable-brand-triangle#184"/>
          <p:cNvSpPr>
            <a:spLocks noGrp="1"/>
          </p:cNvSpPr>
          <p:nvPr/>
        </p:nvSpPr>
        <p:spPr>
          <a:xfrm>
            <a:off x="48588218" y="20491195"/>
            <a:ext cx="1677367" cy="214907"/>
          </a:xfrm>
          <a:custGeom>
            <a:avLst/>
            <a:gdLst/>
            <a:ahLst/>
            <a:cxnLst/>
            <a:pathLst>
              <a:path w="597900" h="76593">
                <a:moveTo>
                  <a:pt x="0" y="76593"/>
                </a:moveTo>
                <a:lnTo>
                  <a:pt x="597900" y="2322"/>
                </a:lnTo>
                <a:lnTo>
                  <a:pt x="590735" y="0"/>
                </a:lnTo>
                <a:lnTo>
                  <a:pt x="6561" y="72565"/>
                </a:lnTo>
                <a:close/>
              </a:path>
            </a:pathLst>
          </a:custGeom>
          <a:gradFill>
            <a:gsLst>
              <a:gs pos="0">
                <a:srgbClr val="BEE7D9">
                  <a:alpha val="4000"/>
                </a:srgbClr>
              </a:gs>
              <a:gs pos="8000">
                <a:srgbClr val="BEE7D9">
                  <a:alpha val="70000"/>
                </a:srgbClr>
              </a:gs>
              <a:gs pos="28000">
                <a:srgbClr val="BEE7D9"/>
              </a:gs>
              <a:gs pos="88000">
                <a:srgbClr val="BEE7D9"/>
              </a:gs>
              <a:gs pos="100000">
                <a:srgbClr val="BEE7D9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86" name="editable-brand-triangle#185"/>
          <p:cNvSpPr>
            <a:spLocks noGrp="1"/>
          </p:cNvSpPr>
          <p:nvPr/>
        </p:nvSpPr>
        <p:spPr>
          <a:xfrm>
            <a:off x="48604507" y="20485429"/>
            <a:ext cx="1643289" cy="210674"/>
          </a:xfrm>
          <a:custGeom>
            <a:avLst/>
            <a:gdLst/>
            <a:ahLst/>
            <a:cxnLst/>
            <a:pathLst>
              <a:path w="585753" h="75084">
                <a:moveTo>
                  <a:pt x="0" y="75084"/>
                </a:moveTo>
                <a:lnTo>
                  <a:pt x="585753" y="2322"/>
                </a:lnTo>
                <a:lnTo>
                  <a:pt x="578588" y="0"/>
                </a:lnTo>
                <a:lnTo>
                  <a:pt x="6561" y="71056"/>
                </a:lnTo>
                <a:close/>
              </a:path>
            </a:pathLst>
          </a:custGeom>
          <a:gradFill>
            <a:gsLst>
              <a:gs pos="0">
                <a:srgbClr val="DBEED1">
                  <a:alpha val="4000"/>
                </a:srgbClr>
              </a:gs>
              <a:gs pos="8000">
                <a:srgbClr val="DBEED1">
                  <a:alpha val="70000"/>
                </a:srgbClr>
              </a:gs>
              <a:gs pos="28000">
                <a:srgbClr val="DBEED1"/>
              </a:gs>
              <a:gs pos="88000">
                <a:srgbClr val="DBEED1"/>
              </a:gs>
              <a:gs pos="100000">
                <a:srgbClr val="DBEED1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87" name="editable-brand-triangle#186"/>
          <p:cNvSpPr>
            <a:spLocks noGrp="1"/>
          </p:cNvSpPr>
          <p:nvPr/>
        </p:nvSpPr>
        <p:spPr>
          <a:xfrm>
            <a:off x="48620797" y="20479663"/>
            <a:ext cx="1609210" cy="206440"/>
          </a:xfrm>
          <a:custGeom>
            <a:avLst/>
            <a:gdLst/>
            <a:ahLst/>
            <a:cxnLst/>
            <a:pathLst>
              <a:path w="573606" h="73575">
                <a:moveTo>
                  <a:pt x="0" y="73575"/>
                </a:moveTo>
                <a:lnTo>
                  <a:pt x="573606" y="2322"/>
                </a:lnTo>
                <a:lnTo>
                  <a:pt x="566441" y="0"/>
                </a:lnTo>
                <a:lnTo>
                  <a:pt x="6561" y="69548"/>
                </a:lnTo>
                <a:close/>
              </a:path>
            </a:pathLst>
          </a:custGeom>
          <a:gradFill>
            <a:gsLst>
              <a:gs pos="0">
                <a:srgbClr val="F9F5CA">
                  <a:alpha val="4000"/>
                </a:srgbClr>
              </a:gs>
              <a:gs pos="8000">
                <a:srgbClr val="F9F5CA">
                  <a:alpha val="70000"/>
                </a:srgbClr>
              </a:gs>
              <a:gs pos="28000">
                <a:srgbClr val="F9F5CA"/>
              </a:gs>
              <a:gs pos="88000">
                <a:srgbClr val="F9F5CA"/>
              </a:gs>
              <a:gs pos="100000">
                <a:srgbClr val="F9F5CA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88" name="editable-brand-triangle#187"/>
          <p:cNvSpPr>
            <a:spLocks noGrp="1"/>
          </p:cNvSpPr>
          <p:nvPr/>
        </p:nvSpPr>
        <p:spPr>
          <a:xfrm>
            <a:off x="48637086" y="20473896"/>
            <a:ext cx="1575132" cy="202206"/>
          </a:xfrm>
          <a:custGeom>
            <a:avLst/>
            <a:gdLst/>
            <a:ahLst/>
            <a:cxnLst/>
            <a:pathLst>
              <a:path w="561459" h="72066">
                <a:moveTo>
                  <a:pt x="0" y="72066"/>
                </a:moveTo>
                <a:lnTo>
                  <a:pt x="561459" y="2322"/>
                </a:lnTo>
                <a:lnTo>
                  <a:pt x="554294" y="0"/>
                </a:lnTo>
                <a:lnTo>
                  <a:pt x="6561" y="68039"/>
                </a:lnTo>
                <a:close/>
              </a:path>
            </a:pathLst>
          </a:custGeom>
          <a:gradFill>
            <a:gsLst>
              <a:gs pos="0">
                <a:srgbClr val="F6E0A5">
                  <a:alpha val="4000"/>
                </a:srgbClr>
              </a:gs>
              <a:gs pos="8000">
                <a:srgbClr val="F6E0A5">
                  <a:alpha val="70000"/>
                </a:srgbClr>
              </a:gs>
              <a:gs pos="28000">
                <a:srgbClr val="F6E0A5"/>
              </a:gs>
              <a:gs pos="88000">
                <a:srgbClr val="F6E0A5"/>
              </a:gs>
              <a:gs pos="100000">
                <a:srgbClr val="F6E0A5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89" name="editable-brand-triangle#188"/>
          <p:cNvSpPr>
            <a:spLocks noGrp="1"/>
          </p:cNvSpPr>
          <p:nvPr/>
        </p:nvSpPr>
        <p:spPr>
          <a:xfrm>
            <a:off x="48653375" y="20468130"/>
            <a:ext cx="1541054" cy="197972"/>
          </a:xfrm>
          <a:custGeom>
            <a:avLst/>
            <a:gdLst/>
            <a:ahLst/>
            <a:cxnLst/>
            <a:pathLst>
              <a:path w="549312" h="70557">
                <a:moveTo>
                  <a:pt x="0" y="70557"/>
                </a:moveTo>
                <a:lnTo>
                  <a:pt x="549312" y="2322"/>
                </a:lnTo>
                <a:lnTo>
                  <a:pt x="542146" y="0"/>
                </a:lnTo>
                <a:lnTo>
                  <a:pt x="6561" y="66530"/>
                </a:lnTo>
                <a:close/>
              </a:path>
            </a:pathLst>
          </a:custGeom>
          <a:gradFill>
            <a:gsLst>
              <a:gs pos="0">
                <a:srgbClr val="EAC478">
                  <a:alpha val="4000"/>
                </a:srgbClr>
              </a:gs>
              <a:gs pos="8000">
                <a:srgbClr val="EAC478">
                  <a:alpha val="70000"/>
                </a:srgbClr>
              </a:gs>
              <a:gs pos="28000">
                <a:srgbClr val="EAC478"/>
              </a:gs>
              <a:gs pos="88000">
                <a:srgbClr val="EAC478"/>
              </a:gs>
              <a:gs pos="100000">
                <a:srgbClr val="EAC478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90" name="editable-brand-triangle#189"/>
          <p:cNvSpPr>
            <a:spLocks noGrp="1"/>
          </p:cNvSpPr>
          <p:nvPr/>
        </p:nvSpPr>
        <p:spPr>
          <a:xfrm>
            <a:off x="48669665" y="20462364"/>
            <a:ext cx="1506976" cy="193739"/>
          </a:xfrm>
          <a:custGeom>
            <a:avLst/>
            <a:gdLst/>
            <a:ahLst/>
            <a:cxnLst/>
            <a:pathLst>
              <a:path w="537164" h="69048">
                <a:moveTo>
                  <a:pt x="0" y="69048"/>
                </a:moveTo>
                <a:lnTo>
                  <a:pt x="537164" y="2322"/>
                </a:lnTo>
                <a:lnTo>
                  <a:pt x="529999" y="0"/>
                </a:lnTo>
                <a:lnTo>
                  <a:pt x="6561" y="65021"/>
                </a:lnTo>
                <a:close/>
              </a:path>
            </a:pathLst>
          </a:custGeom>
          <a:gradFill>
            <a:gsLst>
              <a:gs pos="0">
                <a:srgbClr val="DEA94C">
                  <a:alpha val="4000"/>
                </a:srgbClr>
              </a:gs>
              <a:gs pos="8000">
                <a:srgbClr val="DEA94C">
                  <a:alpha val="70000"/>
                </a:srgbClr>
              </a:gs>
              <a:gs pos="28000">
                <a:srgbClr val="DEA94C"/>
              </a:gs>
              <a:gs pos="88000">
                <a:srgbClr val="DEA94C"/>
              </a:gs>
              <a:gs pos="100000">
                <a:srgbClr val="DEA94C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91" name="editable-brand-triangle#190"/>
          <p:cNvSpPr>
            <a:spLocks noGrp="1"/>
          </p:cNvSpPr>
          <p:nvPr/>
        </p:nvSpPr>
        <p:spPr>
          <a:xfrm>
            <a:off x="48685954" y="20456597"/>
            <a:ext cx="1472898" cy="189505"/>
          </a:xfrm>
          <a:custGeom>
            <a:avLst/>
            <a:gdLst/>
            <a:ahLst/>
            <a:cxnLst/>
            <a:pathLst>
              <a:path w="525017" h="67539">
                <a:moveTo>
                  <a:pt x="0" y="67539"/>
                </a:moveTo>
                <a:lnTo>
                  <a:pt x="525017" y="2322"/>
                </a:lnTo>
                <a:lnTo>
                  <a:pt x="517852" y="0"/>
                </a:lnTo>
                <a:lnTo>
                  <a:pt x="6561" y="63512"/>
                </a:lnTo>
                <a:close/>
              </a:path>
            </a:pathLst>
          </a:custGeom>
          <a:gradFill>
            <a:gsLst>
              <a:gs pos="0">
                <a:srgbClr val="BF9043">
                  <a:alpha val="4000"/>
                </a:srgbClr>
              </a:gs>
              <a:gs pos="8000">
                <a:srgbClr val="BF9043">
                  <a:alpha val="70000"/>
                </a:srgbClr>
              </a:gs>
              <a:gs pos="28000">
                <a:srgbClr val="BF9043"/>
              </a:gs>
              <a:gs pos="88000">
                <a:srgbClr val="BF9043"/>
              </a:gs>
              <a:gs pos="100000">
                <a:srgbClr val="BF9043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92" name="editable-brand-triangle#191"/>
          <p:cNvSpPr>
            <a:spLocks noGrp="1"/>
          </p:cNvSpPr>
          <p:nvPr/>
        </p:nvSpPr>
        <p:spPr>
          <a:xfrm>
            <a:off x="48702244" y="20450831"/>
            <a:ext cx="1438820" cy="185271"/>
          </a:xfrm>
          <a:custGeom>
            <a:avLst/>
            <a:gdLst/>
            <a:ahLst/>
            <a:cxnLst/>
            <a:pathLst>
              <a:path w="512870" h="66030">
                <a:moveTo>
                  <a:pt x="0" y="66030"/>
                </a:moveTo>
                <a:lnTo>
                  <a:pt x="512870" y="2322"/>
                </a:lnTo>
                <a:lnTo>
                  <a:pt x="505705" y="0"/>
                </a:lnTo>
                <a:lnTo>
                  <a:pt x="6561" y="62003"/>
                </a:lnTo>
                <a:close/>
              </a:path>
            </a:pathLst>
          </a:custGeom>
          <a:gradFill>
            <a:gsLst>
              <a:gs pos="0">
                <a:srgbClr val="8C7A5E">
                  <a:alpha val="4000"/>
                </a:srgbClr>
              </a:gs>
              <a:gs pos="8000">
                <a:srgbClr val="8C7A5E">
                  <a:alpha val="70000"/>
                </a:srgbClr>
              </a:gs>
              <a:gs pos="28000">
                <a:srgbClr val="8C7A5E"/>
              </a:gs>
              <a:gs pos="88000">
                <a:srgbClr val="8C7A5E"/>
              </a:gs>
              <a:gs pos="100000">
                <a:srgbClr val="8C7A5E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93" name="editable-brand-triangle#192"/>
          <p:cNvSpPr>
            <a:spLocks noGrp="1"/>
          </p:cNvSpPr>
          <p:nvPr/>
        </p:nvSpPr>
        <p:spPr>
          <a:xfrm>
            <a:off x="48718533" y="20445065"/>
            <a:ext cx="1404741" cy="181037"/>
          </a:xfrm>
          <a:custGeom>
            <a:avLst/>
            <a:gdLst/>
            <a:ahLst/>
            <a:cxnLst/>
            <a:pathLst>
              <a:path w="500723" h="64521">
                <a:moveTo>
                  <a:pt x="0" y="64521"/>
                </a:moveTo>
                <a:lnTo>
                  <a:pt x="500723" y="2322"/>
                </a:lnTo>
                <a:lnTo>
                  <a:pt x="493558" y="0"/>
                </a:lnTo>
                <a:lnTo>
                  <a:pt x="6561" y="60494"/>
                </a:lnTo>
                <a:close/>
              </a:path>
            </a:pathLst>
          </a:custGeom>
          <a:gradFill>
            <a:gsLst>
              <a:gs pos="0">
                <a:srgbClr val="596479">
                  <a:alpha val="4000"/>
                </a:srgbClr>
              </a:gs>
              <a:gs pos="8000">
                <a:srgbClr val="596479">
                  <a:alpha val="70000"/>
                </a:srgbClr>
              </a:gs>
              <a:gs pos="28000">
                <a:srgbClr val="596479"/>
              </a:gs>
              <a:gs pos="88000">
                <a:srgbClr val="596479"/>
              </a:gs>
              <a:gs pos="100000">
                <a:srgbClr val="596479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94" name="editable-brand-triangle#193"/>
          <p:cNvSpPr>
            <a:spLocks noGrp="1"/>
          </p:cNvSpPr>
          <p:nvPr/>
        </p:nvSpPr>
        <p:spPr>
          <a:xfrm>
            <a:off x="48734823" y="20439298"/>
            <a:ext cx="1370663" cy="176803"/>
          </a:xfrm>
          <a:custGeom>
            <a:avLst/>
            <a:gdLst/>
            <a:ahLst/>
            <a:cxnLst/>
            <a:pathLst>
              <a:path w="488575" h="63013">
                <a:moveTo>
                  <a:pt x="0" y="63013"/>
                </a:moveTo>
                <a:lnTo>
                  <a:pt x="488575" y="2322"/>
                </a:lnTo>
                <a:lnTo>
                  <a:pt x="481410" y="0"/>
                </a:lnTo>
                <a:lnTo>
                  <a:pt x="6561" y="58985"/>
                </a:lnTo>
                <a:close/>
              </a:path>
            </a:pathLst>
          </a:custGeom>
          <a:gradFill>
            <a:gsLst>
              <a:gs pos="0">
                <a:srgbClr val="2E508C">
                  <a:alpha val="4000"/>
                </a:srgbClr>
              </a:gs>
              <a:gs pos="8000">
                <a:srgbClr val="2E508C">
                  <a:alpha val="70000"/>
                </a:srgbClr>
              </a:gs>
              <a:gs pos="28000">
                <a:srgbClr val="2E508C"/>
              </a:gs>
              <a:gs pos="88000">
                <a:srgbClr val="2E508C"/>
              </a:gs>
              <a:gs pos="100000">
                <a:srgbClr val="2E508C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95" name="editable-brand-triangle#194"/>
          <p:cNvSpPr>
            <a:spLocks noGrp="1"/>
          </p:cNvSpPr>
          <p:nvPr/>
        </p:nvSpPr>
        <p:spPr>
          <a:xfrm>
            <a:off x="48751112" y="20433532"/>
            <a:ext cx="1336585" cy="172570"/>
          </a:xfrm>
          <a:custGeom>
            <a:avLst/>
            <a:gdLst/>
            <a:ahLst/>
            <a:cxnLst/>
            <a:pathLst>
              <a:path w="476428" h="61504">
                <a:moveTo>
                  <a:pt x="0" y="61504"/>
                </a:moveTo>
                <a:lnTo>
                  <a:pt x="476428" y="2322"/>
                </a:lnTo>
                <a:lnTo>
                  <a:pt x="469263" y="0"/>
                </a:lnTo>
                <a:lnTo>
                  <a:pt x="6561" y="57476"/>
                </a:lnTo>
                <a:close/>
              </a:path>
            </a:pathLst>
          </a:custGeom>
          <a:gradFill>
            <a:gsLst>
              <a:gs pos="0">
                <a:srgbClr val="25467F">
                  <a:alpha val="4000"/>
                </a:srgbClr>
              </a:gs>
              <a:gs pos="8000">
                <a:srgbClr val="25467F">
                  <a:alpha val="70000"/>
                </a:srgbClr>
              </a:gs>
              <a:gs pos="28000">
                <a:srgbClr val="25467F"/>
              </a:gs>
              <a:gs pos="88000">
                <a:srgbClr val="25467F"/>
              </a:gs>
              <a:gs pos="100000">
                <a:srgbClr val="25467F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96" name="editable-brand-triangle#195"/>
          <p:cNvSpPr>
            <a:spLocks noGrp="1"/>
          </p:cNvSpPr>
          <p:nvPr/>
        </p:nvSpPr>
        <p:spPr>
          <a:xfrm>
            <a:off x="48767401" y="20427766"/>
            <a:ext cx="1302507" cy="168336"/>
          </a:xfrm>
          <a:custGeom>
            <a:avLst/>
            <a:gdLst/>
            <a:ahLst/>
            <a:cxnLst/>
            <a:pathLst>
              <a:path w="464281" h="59995">
                <a:moveTo>
                  <a:pt x="0" y="59995"/>
                </a:moveTo>
                <a:lnTo>
                  <a:pt x="464281" y="2322"/>
                </a:lnTo>
                <a:lnTo>
                  <a:pt x="457116" y="0"/>
                </a:lnTo>
                <a:lnTo>
                  <a:pt x="6561" y="55967"/>
                </a:lnTo>
                <a:close/>
              </a:path>
            </a:pathLst>
          </a:custGeom>
          <a:gradFill>
            <a:gsLst>
              <a:gs pos="0">
                <a:srgbClr val="1C3B72">
                  <a:alpha val="4000"/>
                </a:srgbClr>
              </a:gs>
              <a:gs pos="8000">
                <a:srgbClr val="1C3B72">
                  <a:alpha val="70000"/>
                </a:srgbClr>
              </a:gs>
              <a:gs pos="28000">
                <a:srgbClr val="1C3B72"/>
              </a:gs>
              <a:gs pos="88000">
                <a:srgbClr val="1C3B72"/>
              </a:gs>
              <a:gs pos="100000">
                <a:srgbClr val="1C3B72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97" name="editable-brand-triangle#196"/>
          <p:cNvSpPr>
            <a:spLocks noGrp="1"/>
          </p:cNvSpPr>
          <p:nvPr/>
        </p:nvSpPr>
        <p:spPr>
          <a:xfrm>
            <a:off x="48783691" y="20421999"/>
            <a:ext cx="1268429" cy="164102"/>
          </a:xfrm>
          <a:custGeom>
            <a:avLst/>
            <a:gdLst/>
            <a:ahLst/>
            <a:cxnLst/>
            <a:pathLst>
              <a:path w="452134" h="58486">
                <a:moveTo>
                  <a:pt x="0" y="58486"/>
                </a:moveTo>
                <a:lnTo>
                  <a:pt x="452134" y="2322"/>
                </a:lnTo>
                <a:lnTo>
                  <a:pt x="444969" y="0"/>
                </a:lnTo>
                <a:lnTo>
                  <a:pt x="6561" y="54458"/>
                </a:lnTo>
                <a:close/>
              </a:path>
            </a:pathLst>
          </a:custGeom>
          <a:gradFill>
            <a:gsLst>
              <a:gs pos="0">
                <a:srgbClr val="133165">
                  <a:alpha val="4000"/>
                </a:srgbClr>
              </a:gs>
              <a:gs pos="8000">
                <a:srgbClr val="133165">
                  <a:alpha val="70000"/>
                </a:srgbClr>
              </a:gs>
              <a:gs pos="28000">
                <a:srgbClr val="133165"/>
              </a:gs>
              <a:gs pos="88000">
                <a:srgbClr val="133165"/>
              </a:gs>
              <a:gs pos="100000">
                <a:srgbClr val="133165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98" name="editable-brand-triangle#197"/>
          <p:cNvSpPr>
            <a:spLocks noGrp="1"/>
          </p:cNvSpPr>
          <p:nvPr/>
        </p:nvSpPr>
        <p:spPr>
          <a:xfrm>
            <a:off x="48799980" y="20416233"/>
            <a:ext cx="1234350" cy="159868"/>
          </a:xfrm>
          <a:custGeom>
            <a:avLst/>
            <a:gdLst/>
            <a:ahLst/>
            <a:cxnLst/>
            <a:pathLst>
              <a:path w="439987" h="56977">
                <a:moveTo>
                  <a:pt x="0" y="56977"/>
                </a:moveTo>
                <a:lnTo>
                  <a:pt x="439987" y="2322"/>
                </a:lnTo>
                <a:lnTo>
                  <a:pt x="432821" y="0"/>
                </a:lnTo>
                <a:lnTo>
                  <a:pt x="6561" y="52950"/>
                </a:lnTo>
                <a:close/>
              </a:path>
            </a:pathLst>
          </a:custGeom>
          <a:gradFill>
            <a:gsLst>
              <a:gs pos="0">
                <a:srgbClr val="125583">
                  <a:alpha val="4000"/>
                </a:srgbClr>
              </a:gs>
              <a:gs pos="8000">
                <a:srgbClr val="125583">
                  <a:alpha val="70000"/>
                </a:srgbClr>
              </a:gs>
              <a:gs pos="28000">
                <a:srgbClr val="125583"/>
              </a:gs>
              <a:gs pos="88000">
                <a:srgbClr val="125583"/>
              </a:gs>
              <a:gs pos="100000">
                <a:srgbClr val="125583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199" name="editable-brand-triangle#198"/>
          <p:cNvSpPr>
            <a:spLocks noGrp="1"/>
          </p:cNvSpPr>
          <p:nvPr/>
        </p:nvSpPr>
        <p:spPr>
          <a:xfrm>
            <a:off x="48816270" y="20410467"/>
            <a:ext cx="1200272" cy="155635"/>
          </a:xfrm>
          <a:custGeom>
            <a:avLst/>
            <a:gdLst/>
            <a:ahLst/>
            <a:cxnLst/>
            <a:pathLst>
              <a:path w="427839" h="55468">
                <a:moveTo>
                  <a:pt x="0" y="55468"/>
                </a:moveTo>
                <a:lnTo>
                  <a:pt x="427839" y="2322"/>
                </a:lnTo>
                <a:lnTo>
                  <a:pt x="420674" y="0"/>
                </a:lnTo>
                <a:lnTo>
                  <a:pt x="6561" y="51441"/>
                </a:lnTo>
                <a:close/>
              </a:path>
            </a:pathLst>
          </a:custGeom>
          <a:gradFill>
            <a:gsLst>
              <a:gs pos="0">
                <a:srgbClr val="127DA5">
                  <a:alpha val="4000"/>
                </a:srgbClr>
              </a:gs>
              <a:gs pos="8000">
                <a:srgbClr val="127DA5">
                  <a:alpha val="70000"/>
                </a:srgbClr>
              </a:gs>
              <a:gs pos="28000">
                <a:srgbClr val="127DA5"/>
              </a:gs>
              <a:gs pos="88000">
                <a:srgbClr val="127DA5"/>
              </a:gs>
              <a:gs pos="100000">
                <a:srgbClr val="127DA5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200" name="editable-brand-triangle#199"/>
          <p:cNvSpPr>
            <a:spLocks noGrp="1"/>
          </p:cNvSpPr>
          <p:nvPr/>
        </p:nvSpPr>
        <p:spPr>
          <a:xfrm>
            <a:off x="48832559" y="20404700"/>
            <a:ext cx="1166194" cy="151401"/>
          </a:xfrm>
          <a:custGeom>
            <a:avLst/>
            <a:gdLst/>
            <a:ahLst/>
            <a:cxnLst/>
            <a:pathLst>
              <a:path w="415692" h="53959">
                <a:moveTo>
                  <a:pt x="0" y="53959"/>
                </a:moveTo>
                <a:lnTo>
                  <a:pt x="415692" y="2322"/>
                </a:lnTo>
                <a:lnTo>
                  <a:pt x="408527" y="0"/>
                </a:lnTo>
                <a:lnTo>
                  <a:pt x="6561" y="49932"/>
                </a:lnTo>
                <a:close/>
              </a:path>
            </a:pathLst>
          </a:custGeom>
          <a:gradFill>
            <a:gsLst>
              <a:gs pos="0">
                <a:srgbClr val="12A6C7">
                  <a:alpha val="4000"/>
                </a:srgbClr>
              </a:gs>
              <a:gs pos="8000">
                <a:srgbClr val="12A6C7">
                  <a:alpha val="70000"/>
                </a:srgbClr>
              </a:gs>
              <a:gs pos="28000">
                <a:srgbClr val="12A6C7"/>
              </a:gs>
              <a:gs pos="88000">
                <a:srgbClr val="12A6C7"/>
              </a:gs>
              <a:gs pos="100000">
                <a:srgbClr val="12A6C7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201" name="editable-brand-triangle#200"/>
          <p:cNvSpPr>
            <a:spLocks noGrp="1"/>
          </p:cNvSpPr>
          <p:nvPr/>
        </p:nvSpPr>
        <p:spPr>
          <a:xfrm>
            <a:off x="48848848" y="20398934"/>
            <a:ext cx="1132116" cy="147167"/>
          </a:xfrm>
          <a:custGeom>
            <a:avLst/>
            <a:gdLst/>
            <a:ahLst/>
            <a:cxnLst/>
            <a:pathLst>
              <a:path w="403545" h="52450">
                <a:moveTo>
                  <a:pt x="0" y="52450"/>
                </a:moveTo>
                <a:lnTo>
                  <a:pt x="403545" y="2322"/>
                </a:lnTo>
                <a:lnTo>
                  <a:pt x="396380" y="0"/>
                </a:lnTo>
                <a:lnTo>
                  <a:pt x="6561" y="48423"/>
                </a:lnTo>
                <a:close/>
              </a:path>
            </a:pathLst>
          </a:custGeom>
          <a:gradFill>
            <a:gsLst>
              <a:gs pos="0">
                <a:srgbClr val="33C0D8">
                  <a:alpha val="4000"/>
                </a:srgbClr>
              </a:gs>
              <a:gs pos="8000">
                <a:srgbClr val="33C0D8">
                  <a:alpha val="70000"/>
                </a:srgbClr>
              </a:gs>
              <a:gs pos="28000">
                <a:srgbClr val="33C0D8"/>
              </a:gs>
              <a:gs pos="88000">
                <a:srgbClr val="33C0D8"/>
              </a:gs>
              <a:gs pos="100000">
                <a:srgbClr val="33C0D8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202" name="editable-brand-triangle#201"/>
          <p:cNvSpPr>
            <a:spLocks noGrp="1"/>
          </p:cNvSpPr>
          <p:nvPr/>
        </p:nvSpPr>
        <p:spPr>
          <a:xfrm>
            <a:off x="48865138" y="20393168"/>
            <a:ext cx="1098038" cy="142933"/>
          </a:xfrm>
          <a:custGeom>
            <a:avLst/>
            <a:gdLst/>
            <a:ahLst/>
            <a:cxnLst/>
            <a:pathLst>
              <a:path w="391398" h="50941">
                <a:moveTo>
                  <a:pt x="0" y="50941"/>
                </a:moveTo>
                <a:lnTo>
                  <a:pt x="391398" y="2322"/>
                </a:lnTo>
                <a:lnTo>
                  <a:pt x="384232" y="0"/>
                </a:lnTo>
                <a:lnTo>
                  <a:pt x="6561" y="46914"/>
                </a:lnTo>
                <a:close/>
              </a:path>
            </a:pathLst>
          </a:custGeom>
          <a:gradFill>
            <a:gsLst>
              <a:gs pos="0">
                <a:srgbClr val="69D1DE">
                  <a:alpha val="4000"/>
                </a:srgbClr>
              </a:gs>
              <a:gs pos="8000">
                <a:srgbClr val="69D1DE">
                  <a:alpha val="70000"/>
                </a:srgbClr>
              </a:gs>
              <a:gs pos="28000">
                <a:srgbClr val="69D1DE"/>
              </a:gs>
              <a:gs pos="88000">
                <a:srgbClr val="69D1DE"/>
              </a:gs>
              <a:gs pos="100000">
                <a:srgbClr val="69D1DE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203" name="editable-brand-triangle#202"/>
          <p:cNvSpPr>
            <a:spLocks noGrp="1"/>
          </p:cNvSpPr>
          <p:nvPr/>
        </p:nvSpPr>
        <p:spPr>
          <a:xfrm>
            <a:off x="48881427" y="20387402"/>
            <a:ext cx="1063960" cy="138699"/>
          </a:xfrm>
          <a:custGeom>
            <a:avLst/>
            <a:gdLst/>
            <a:ahLst/>
            <a:cxnLst/>
            <a:pathLst>
              <a:path w="379250" h="49432">
                <a:moveTo>
                  <a:pt x="0" y="49432"/>
                </a:moveTo>
                <a:lnTo>
                  <a:pt x="379250" y="2322"/>
                </a:lnTo>
                <a:lnTo>
                  <a:pt x="372085" y="0"/>
                </a:lnTo>
                <a:lnTo>
                  <a:pt x="6561" y="45405"/>
                </a:lnTo>
                <a:close/>
              </a:path>
            </a:pathLst>
          </a:custGeom>
          <a:gradFill>
            <a:gsLst>
              <a:gs pos="0">
                <a:srgbClr val="9FE2E3">
                  <a:alpha val="4000"/>
                </a:srgbClr>
              </a:gs>
              <a:gs pos="8000">
                <a:srgbClr val="9FE2E3">
                  <a:alpha val="70000"/>
                </a:srgbClr>
              </a:gs>
              <a:gs pos="28000">
                <a:srgbClr val="9FE2E3"/>
              </a:gs>
              <a:gs pos="88000">
                <a:srgbClr val="9FE2E3"/>
              </a:gs>
              <a:gs pos="100000">
                <a:srgbClr val="9FE2E3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204" name="editable-brand-triangle#203"/>
          <p:cNvSpPr>
            <a:spLocks noGrp="1"/>
          </p:cNvSpPr>
          <p:nvPr/>
        </p:nvSpPr>
        <p:spPr>
          <a:xfrm>
            <a:off x="48897717" y="20381635"/>
            <a:ext cx="1029881" cy="134466"/>
          </a:xfrm>
          <a:custGeom>
            <a:avLst/>
            <a:gdLst/>
            <a:ahLst/>
            <a:cxnLst/>
            <a:pathLst>
              <a:path w="367103" h="47923">
                <a:moveTo>
                  <a:pt x="0" y="47923"/>
                </a:moveTo>
                <a:lnTo>
                  <a:pt x="367103" y="2322"/>
                </a:lnTo>
                <a:lnTo>
                  <a:pt x="359938" y="0"/>
                </a:lnTo>
                <a:lnTo>
                  <a:pt x="6561" y="43896"/>
                </a:lnTo>
                <a:close/>
              </a:path>
            </a:pathLst>
          </a:custGeom>
          <a:gradFill>
            <a:gsLst>
              <a:gs pos="0">
                <a:srgbClr val="B5DCDA">
                  <a:alpha val="4000"/>
                </a:srgbClr>
              </a:gs>
              <a:gs pos="8000">
                <a:srgbClr val="B5DCDA">
                  <a:alpha val="70000"/>
                </a:srgbClr>
              </a:gs>
              <a:gs pos="28000">
                <a:srgbClr val="B5DCDA"/>
              </a:gs>
              <a:gs pos="88000">
                <a:srgbClr val="B5DCDA"/>
              </a:gs>
              <a:gs pos="100000">
                <a:srgbClr val="B5DCDA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205" name="editable-brand-triangle#204"/>
          <p:cNvSpPr>
            <a:spLocks noGrp="1"/>
          </p:cNvSpPr>
          <p:nvPr/>
        </p:nvSpPr>
        <p:spPr>
          <a:xfrm>
            <a:off x="48914006" y="20375869"/>
            <a:ext cx="995803" cy="130232"/>
          </a:xfrm>
          <a:custGeom>
            <a:avLst/>
            <a:gdLst/>
            <a:ahLst/>
            <a:cxnLst/>
            <a:pathLst>
              <a:path w="354956" h="46414">
                <a:moveTo>
                  <a:pt x="0" y="46414"/>
                </a:moveTo>
                <a:lnTo>
                  <a:pt x="354956" y="2322"/>
                </a:lnTo>
                <a:lnTo>
                  <a:pt x="347791" y="0"/>
                </a:lnTo>
                <a:lnTo>
                  <a:pt x="6561" y="42387"/>
                </a:lnTo>
                <a:close/>
              </a:path>
            </a:pathLst>
          </a:custGeom>
          <a:gradFill>
            <a:gsLst>
              <a:gs pos="0">
                <a:srgbClr val="7EA2AE">
                  <a:alpha val="4000"/>
                </a:srgbClr>
              </a:gs>
              <a:gs pos="8000">
                <a:srgbClr val="7EA2AE">
                  <a:alpha val="70000"/>
                </a:srgbClr>
              </a:gs>
              <a:gs pos="28000">
                <a:srgbClr val="7EA2AE"/>
              </a:gs>
              <a:gs pos="88000">
                <a:srgbClr val="7EA2AE"/>
              </a:gs>
              <a:gs pos="100000">
                <a:srgbClr val="7EA2AE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206" name="editable-brand-triangle#205"/>
          <p:cNvSpPr>
            <a:spLocks noGrp="1"/>
          </p:cNvSpPr>
          <p:nvPr/>
        </p:nvSpPr>
        <p:spPr>
          <a:xfrm>
            <a:off x="48930295" y="20370103"/>
            <a:ext cx="961725" cy="125998"/>
          </a:xfrm>
          <a:custGeom>
            <a:avLst/>
            <a:gdLst/>
            <a:ahLst/>
            <a:cxnLst/>
            <a:pathLst>
              <a:path w="342809" h="44906">
                <a:moveTo>
                  <a:pt x="0" y="44906"/>
                </a:moveTo>
                <a:lnTo>
                  <a:pt x="342809" y="2322"/>
                </a:lnTo>
                <a:lnTo>
                  <a:pt x="335644" y="0"/>
                </a:lnTo>
                <a:lnTo>
                  <a:pt x="6561" y="40878"/>
                </a:lnTo>
                <a:close/>
              </a:path>
            </a:pathLst>
          </a:custGeom>
          <a:gradFill>
            <a:gsLst>
              <a:gs pos="0">
                <a:srgbClr val="476783">
                  <a:alpha val="4000"/>
                </a:srgbClr>
              </a:gs>
              <a:gs pos="8000">
                <a:srgbClr val="476783">
                  <a:alpha val="70000"/>
                </a:srgbClr>
              </a:gs>
              <a:gs pos="28000">
                <a:srgbClr val="476783"/>
              </a:gs>
              <a:gs pos="88000">
                <a:srgbClr val="476783"/>
              </a:gs>
              <a:gs pos="100000">
                <a:srgbClr val="476783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207" name="editable-brand-triangle#206"/>
          <p:cNvSpPr>
            <a:spLocks noGrp="1"/>
          </p:cNvSpPr>
          <p:nvPr/>
        </p:nvSpPr>
        <p:spPr>
          <a:xfrm>
            <a:off x="48946585" y="20364336"/>
            <a:ext cx="927647" cy="121764"/>
          </a:xfrm>
          <a:custGeom>
            <a:avLst/>
            <a:gdLst/>
            <a:ahLst/>
            <a:cxnLst/>
            <a:pathLst>
              <a:path w="330661" h="43397">
                <a:moveTo>
                  <a:pt x="0" y="43397"/>
                </a:moveTo>
                <a:lnTo>
                  <a:pt x="330661" y="2322"/>
                </a:lnTo>
                <a:lnTo>
                  <a:pt x="323496" y="0"/>
                </a:lnTo>
                <a:lnTo>
                  <a:pt x="6561" y="39369"/>
                </a:lnTo>
                <a:close/>
              </a:path>
            </a:pathLst>
          </a:custGeom>
          <a:gradFill>
            <a:gsLst>
              <a:gs pos="0">
                <a:srgbClr val="102D57">
                  <a:alpha val="4000"/>
                </a:srgbClr>
              </a:gs>
              <a:gs pos="8000">
                <a:srgbClr val="102D57">
                  <a:alpha val="70000"/>
                </a:srgbClr>
              </a:gs>
              <a:gs pos="28000">
                <a:srgbClr val="102D57"/>
              </a:gs>
              <a:gs pos="88000">
                <a:srgbClr val="102D57"/>
              </a:gs>
              <a:gs pos="100000">
                <a:srgbClr val="102D57">
                  <a:alpha val="30000"/>
                </a:srgbClr>
              </a:gs>
            </a:gsLst>
            <a:lin ang="21175143"/>
          </a:gradFill>
          <a:ln w="0">
            <a:noFill/>
          </a:ln>
        </p:spPr>
      </p:sp>
      <p:sp>
        <p:nvSpPr>
          <p:cNvPr id="208" name="editable-brand-triangle#207"/>
          <p:cNvSpPr>
            <a:spLocks noGrp="1"/>
          </p:cNvSpPr>
          <p:nvPr/>
        </p:nvSpPr>
        <p:spPr>
          <a:xfrm>
            <a:off x="49306884" y="19484630"/>
            <a:ext cx="1154378" cy="1076511"/>
          </a:xfrm>
          <a:custGeom>
            <a:avLst/>
            <a:gdLst/>
            <a:ahLst/>
            <a:cxnLst/>
            <a:pathLst>
              <a:path w="411480" h="383667">
                <a:moveTo>
                  <a:pt x="411480" y="383667"/>
                </a:moveTo>
                <a:lnTo>
                  <a:pt x="0" y="0"/>
                </a:lnTo>
                <a:lnTo>
                  <a:pt x="556" y="4877"/>
                </a:lnTo>
                <a:lnTo>
                  <a:pt x="404315" y="381345"/>
                </a:lnTo>
                <a:close/>
              </a:path>
            </a:pathLst>
          </a:custGeom>
          <a:gradFill>
            <a:gsLst>
              <a:gs pos="0">
                <a:srgbClr val="152140">
                  <a:alpha val="4000"/>
                </a:srgbClr>
              </a:gs>
              <a:gs pos="8000">
                <a:srgbClr val="152140">
                  <a:alpha val="70000"/>
                </a:srgbClr>
              </a:gs>
              <a:gs pos="28000">
                <a:srgbClr val="152140"/>
              </a:gs>
              <a:gs pos="88000">
                <a:srgbClr val="152140"/>
              </a:gs>
              <a:gs pos="100000">
                <a:srgbClr val="152140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09" name="editable-brand-triangle#208"/>
          <p:cNvSpPr>
            <a:spLocks noGrp="1"/>
          </p:cNvSpPr>
          <p:nvPr/>
        </p:nvSpPr>
        <p:spPr>
          <a:xfrm>
            <a:off x="49308264" y="19496740"/>
            <a:ext cx="1135209" cy="1058635"/>
          </a:xfrm>
          <a:custGeom>
            <a:avLst/>
            <a:gdLst/>
            <a:ahLst/>
            <a:cxnLst/>
            <a:pathLst>
              <a:path w="404647" h="377296">
                <a:moveTo>
                  <a:pt x="404647" y="377296"/>
                </a:moveTo>
                <a:lnTo>
                  <a:pt x="0" y="0"/>
                </a:lnTo>
                <a:lnTo>
                  <a:pt x="556" y="4877"/>
                </a:lnTo>
                <a:lnTo>
                  <a:pt x="397482" y="374974"/>
                </a:lnTo>
                <a:close/>
              </a:path>
            </a:pathLst>
          </a:custGeom>
          <a:gradFill>
            <a:gsLst>
              <a:gs pos="0">
                <a:srgbClr val="102D55">
                  <a:alpha val="4000"/>
                </a:srgbClr>
              </a:gs>
              <a:gs pos="8000">
                <a:srgbClr val="102D55">
                  <a:alpha val="70000"/>
                </a:srgbClr>
              </a:gs>
              <a:gs pos="28000">
                <a:srgbClr val="102D55"/>
              </a:gs>
              <a:gs pos="88000">
                <a:srgbClr val="102D55"/>
              </a:gs>
              <a:gs pos="100000">
                <a:srgbClr val="102D55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10" name="editable-brand-triangle#209"/>
          <p:cNvSpPr>
            <a:spLocks noGrp="1"/>
          </p:cNvSpPr>
          <p:nvPr/>
        </p:nvSpPr>
        <p:spPr>
          <a:xfrm>
            <a:off x="49309644" y="19508849"/>
            <a:ext cx="1116040" cy="1040759"/>
          </a:xfrm>
          <a:custGeom>
            <a:avLst/>
            <a:gdLst/>
            <a:ahLst/>
            <a:cxnLst/>
            <a:pathLst>
              <a:path w="397814" h="370925">
                <a:moveTo>
                  <a:pt x="397814" y="370925"/>
                </a:moveTo>
                <a:lnTo>
                  <a:pt x="0" y="0"/>
                </a:lnTo>
                <a:lnTo>
                  <a:pt x="556" y="4877"/>
                </a:lnTo>
                <a:lnTo>
                  <a:pt x="390649" y="368603"/>
                </a:lnTo>
                <a:close/>
              </a:path>
            </a:pathLst>
          </a:custGeom>
          <a:gradFill>
            <a:gsLst>
              <a:gs pos="0">
                <a:srgbClr val="0A3A6A">
                  <a:alpha val="4000"/>
                </a:srgbClr>
              </a:gs>
              <a:gs pos="8000">
                <a:srgbClr val="0A3A6A">
                  <a:alpha val="70000"/>
                </a:srgbClr>
              </a:gs>
              <a:gs pos="28000">
                <a:srgbClr val="0A3A6A"/>
              </a:gs>
              <a:gs pos="88000">
                <a:srgbClr val="0A3A6A"/>
              </a:gs>
              <a:gs pos="100000">
                <a:srgbClr val="0A3A6A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11" name="editable-brand-triangle#210"/>
          <p:cNvSpPr>
            <a:spLocks noGrp="1"/>
          </p:cNvSpPr>
          <p:nvPr/>
        </p:nvSpPr>
        <p:spPr>
          <a:xfrm>
            <a:off x="49311024" y="19520959"/>
            <a:ext cx="1096871" cy="1022883"/>
          </a:xfrm>
          <a:custGeom>
            <a:avLst/>
            <a:gdLst/>
            <a:ahLst/>
            <a:cxnLst/>
            <a:pathLst>
              <a:path w="390982" h="364554">
                <a:moveTo>
                  <a:pt x="390982" y="364554"/>
                </a:moveTo>
                <a:lnTo>
                  <a:pt x="0" y="0"/>
                </a:lnTo>
                <a:lnTo>
                  <a:pt x="556" y="4877"/>
                </a:lnTo>
                <a:lnTo>
                  <a:pt x="383816" y="362232"/>
                </a:lnTo>
                <a:close/>
              </a:path>
            </a:pathLst>
          </a:custGeom>
          <a:gradFill>
            <a:gsLst>
              <a:gs pos="0">
                <a:srgbClr val="05467F">
                  <a:alpha val="4000"/>
                </a:srgbClr>
              </a:gs>
              <a:gs pos="8000">
                <a:srgbClr val="05467F">
                  <a:alpha val="70000"/>
                </a:srgbClr>
              </a:gs>
              <a:gs pos="28000">
                <a:srgbClr val="05467F"/>
              </a:gs>
              <a:gs pos="88000">
                <a:srgbClr val="05467F"/>
              </a:gs>
              <a:gs pos="100000">
                <a:srgbClr val="05467F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12" name="editable-brand-triangle#211"/>
          <p:cNvSpPr>
            <a:spLocks noGrp="1"/>
          </p:cNvSpPr>
          <p:nvPr/>
        </p:nvSpPr>
        <p:spPr>
          <a:xfrm>
            <a:off x="49312404" y="19533069"/>
            <a:ext cx="1077702" cy="1005007"/>
          </a:xfrm>
          <a:custGeom>
            <a:avLst/>
            <a:gdLst/>
            <a:ahLst/>
            <a:cxnLst/>
            <a:pathLst>
              <a:path w="384149" h="358183">
                <a:moveTo>
                  <a:pt x="384149" y="358183"/>
                </a:moveTo>
                <a:lnTo>
                  <a:pt x="0" y="0"/>
                </a:lnTo>
                <a:lnTo>
                  <a:pt x="556" y="4877"/>
                </a:lnTo>
                <a:lnTo>
                  <a:pt x="376984" y="355861"/>
                </a:lnTo>
                <a:close/>
              </a:path>
            </a:pathLst>
          </a:custGeom>
          <a:gradFill>
            <a:gsLst>
              <a:gs pos="0">
                <a:srgbClr val="03629A">
                  <a:alpha val="4000"/>
                </a:srgbClr>
              </a:gs>
              <a:gs pos="8000">
                <a:srgbClr val="03629A">
                  <a:alpha val="70000"/>
                </a:srgbClr>
              </a:gs>
              <a:gs pos="28000">
                <a:srgbClr val="03629A"/>
              </a:gs>
              <a:gs pos="88000">
                <a:srgbClr val="03629A"/>
              </a:gs>
              <a:gs pos="100000">
                <a:srgbClr val="03629A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13" name="editable-brand-triangle#212"/>
          <p:cNvSpPr>
            <a:spLocks noGrp="1"/>
          </p:cNvSpPr>
          <p:nvPr/>
        </p:nvSpPr>
        <p:spPr>
          <a:xfrm>
            <a:off x="49313785" y="19545178"/>
            <a:ext cx="1058533" cy="987131"/>
          </a:xfrm>
          <a:custGeom>
            <a:avLst/>
            <a:gdLst/>
            <a:ahLst/>
            <a:cxnLst/>
            <a:pathLst>
              <a:path w="377316" h="351812">
                <a:moveTo>
                  <a:pt x="377316" y="351812"/>
                </a:moveTo>
                <a:lnTo>
                  <a:pt x="0" y="0"/>
                </a:lnTo>
                <a:lnTo>
                  <a:pt x="556" y="4877"/>
                </a:lnTo>
                <a:lnTo>
                  <a:pt x="370151" y="349490"/>
                </a:lnTo>
                <a:close/>
              </a:path>
            </a:pathLst>
          </a:custGeom>
          <a:gradFill>
            <a:gsLst>
              <a:gs pos="0">
                <a:srgbClr val="0285B7">
                  <a:alpha val="4000"/>
                </a:srgbClr>
              </a:gs>
              <a:gs pos="8000">
                <a:srgbClr val="0285B7">
                  <a:alpha val="70000"/>
                </a:srgbClr>
              </a:gs>
              <a:gs pos="28000">
                <a:srgbClr val="0285B7"/>
              </a:gs>
              <a:gs pos="88000">
                <a:srgbClr val="0285B7"/>
              </a:gs>
              <a:gs pos="100000">
                <a:srgbClr val="0285B7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14" name="editable-brand-triangle#213"/>
          <p:cNvSpPr>
            <a:spLocks noGrp="1"/>
          </p:cNvSpPr>
          <p:nvPr/>
        </p:nvSpPr>
        <p:spPr>
          <a:xfrm>
            <a:off x="49315165" y="19557288"/>
            <a:ext cx="1039364" cy="969255"/>
          </a:xfrm>
          <a:custGeom>
            <a:avLst/>
            <a:gdLst/>
            <a:ahLst/>
            <a:cxnLst/>
            <a:pathLst>
              <a:path w="370483" h="345441">
                <a:moveTo>
                  <a:pt x="370483" y="345441"/>
                </a:moveTo>
                <a:lnTo>
                  <a:pt x="0" y="0"/>
                </a:lnTo>
                <a:lnTo>
                  <a:pt x="556" y="4877"/>
                </a:lnTo>
                <a:lnTo>
                  <a:pt x="363318" y="343119"/>
                </a:lnTo>
                <a:close/>
              </a:path>
            </a:pathLst>
          </a:custGeom>
          <a:gradFill>
            <a:gsLst>
              <a:gs pos="0">
                <a:srgbClr val="02A8D4">
                  <a:alpha val="4000"/>
                </a:srgbClr>
              </a:gs>
              <a:gs pos="8000">
                <a:srgbClr val="02A8D4">
                  <a:alpha val="70000"/>
                </a:srgbClr>
              </a:gs>
              <a:gs pos="28000">
                <a:srgbClr val="02A8D4"/>
              </a:gs>
              <a:gs pos="88000">
                <a:srgbClr val="02A8D4"/>
              </a:gs>
              <a:gs pos="100000">
                <a:srgbClr val="02A8D4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15" name="editable-brand-triangle#214"/>
          <p:cNvSpPr>
            <a:spLocks noGrp="1"/>
          </p:cNvSpPr>
          <p:nvPr/>
        </p:nvSpPr>
        <p:spPr>
          <a:xfrm>
            <a:off x="49316545" y="19569398"/>
            <a:ext cx="1020195" cy="951379"/>
          </a:xfrm>
          <a:custGeom>
            <a:avLst/>
            <a:gdLst/>
            <a:ahLst/>
            <a:cxnLst/>
            <a:pathLst>
              <a:path w="363650" h="339070">
                <a:moveTo>
                  <a:pt x="363650" y="339070"/>
                </a:moveTo>
                <a:lnTo>
                  <a:pt x="0" y="0"/>
                </a:lnTo>
                <a:lnTo>
                  <a:pt x="556" y="4877"/>
                </a:lnTo>
                <a:lnTo>
                  <a:pt x="356485" y="336748"/>
                </a:lnTo>
                <a:close/>
              </a:path>
            </a:pathLst>
          </a:custGeom>
          <a:gradFill>
            <a:gsLst>
              <a:gs pos="0">
                <a:srgbClr val="15C1E5">
                  <a:alpha val="4000"/>
                </a:srgbClr>
              </a:gs>
              <a:gs pos="8000">
                <a:srgbClr val="15C1E5">
                  <a:alpha val="70000"/>
                </a:srgbClr>
              </a:gs>
              <a:gs pos="28000">
                <a:srgbClr val="15C1E5"/>
              </a:gs>
              <a:gs pos="88000">
                <a:srgbClr val="15C1E5"/>
              </a:gs>
              <a:gs pos="100000">
                <a:srgbClr val="15C1E5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16" name="editable-brand-triangle#215"/>
          <p:cNvSpPr>
            <a:spLocks noGrp="1"/>
          </p:cNvSpPr>
          <p:nvPr/>
        </p:nvSpPr>
        <p:spPr>
          <a:xfrm>
            <a:off x="49317925" y="19581507"/>
            <a:ext cx="1001026" cy="933503"/>
          </a:xfrm>
          <a:custGeom>
            <a:avLst/>
            <a:gdLst/>
            <a:ahLst/>
            <a:cxnLst/>
            <a:pathLst>
              <a:path w="356817" h="332699">
                <a:moveTo>
                  <a:pt x="356817" y="332699"/>
                </a:moveTo>
                <a:lnTo>
                  <a:pt x="0" y="0"/>
                </a:lnTo>
                <a:lnTo>
                  <a:pt x="556" y="4877"/>
                </a:lnTo>
                <a:lnTo>
                  <a:pt x="349652" y="330377"/>
                </a:lnTo>
                <a:close/>
              </a:path>
            </a:pathLst>
          </a:custGeom>
          <a:gradFill>
            <a:gsLst>
              <a:gs pos="0">
                <a:srgbClr val="44CBE4">
                  <a:alpha val="4000"/>
                </a:srgbClr>
              </a:gs>
              <a:gs pos="8000">
                <a:srgbClr val="44CBE4">
                  <a:alpha val="70000"/>
                </a:srgbClr>
              </a:gs>
              <a:gs pos="28000">
                <a:srgbClr val="44CBE4"/>
              </a:gs>
              <a:gs pos="88000">
                <a:srgbClr val="44CBE4"/>
              </a:gs>
              <a:gs pos="100000">
                <a:srgbClr val="44CBE4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17" name="editable-brand-triangle#216"/>
          <p:cNvSpPr>
            <a:spLocks noGrp="1"/>
          </p:cNvSpPr>
          <p:nvPr/>
        </p:nvSpPr>
        <p:spPr>
          <a:xfrm>
            <a:off x="49319305" y="19593617"/>
            <a:ext cx="981857" cy="915627"/>
          </a:xfrm>
          <a:custGeom>
            <a:avLst/>
            <a:gdLst/>
            <a:ahLst/>
            <a:cxnLst/>
            <a:pathLst>
              <a:path w="349985" h="326328">
                <a:moveTo>
                  <a:pt x="349985" y="326328"/>
                </a:moveTo>
                <a:lnTo>
                  <a:pt x="0" y="0"/>
                </a:lnTo>
                <a:lnTo>
                  <a:pt x="556" y="4877"/>
                </a:lnTo>
                <a:lnTo>
                  <a:pt x="342820" y="324006"/>
                </a:lnTo>
                <a:close/>
              </a:path>
            </a:pathLst>
          </a:custGeom>
          <a:gradFill>
            <a:gsLst>
              <a:gs pos="0">
                <a:srgbClr val="73D6E2">
                  <a:alpha val="4000"/>
                </a:srgbClr>
              </a:gs>
              <a:gs pos="8000">
                <a:srgbClr val="73D6E2">
                  <a:alpha val="70000"/>
                </a:srgbClr>
              </a:gs>
              <a:gs pos="28000">
                <a:srgbClr val="73D6E2"/>
              </a:gs>
              <a:gs pos="88000">
                <a:srgbClr val="73D6E2"/>
              </a:gs>
              <a:gs pos="100000">
                <a:srgbClr val="73D6E2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18" name="editable-brand-triangle#217"/>
          <p:cNvSpPr>
            <a:spLocks noGrp="1"/>
          </p:cNvSpPr>
          <p:nvPr/>
        </p:nvSpPr>
        <p:spPr>
          <a:xfrm>
            <a:off x="49320686" y="19605727"/>
            <a:ext cx="962688" cy="897751"/>
          </a:xfrm>
          <a:custGeom>
            <a:avLst/>
            <a:gdLst/>
            <a:ahLst/>
            <a:cxnLst/>
            <a:pathLst>
              <a:path w="343152" h="319957">
                <a:moveTo>
                  <a:pt x="343152" y="319957"/>
                </a:moveTo>
                <a:lnTo>
                  <a:pt x="0" y="0"/>
                </a:lnTo>
                <a:lnTo>
                  <a:pt x="556" y="4877"/>
                </a:lnTo>
                <a:lnTo>
                  <a:pt x="335987" y="317635"/>
                </a:lnTo>
                <a:close/>
              </a:path>
            </a:pathLst>
          </a:custGeom>
          <a:gradFill>
            <a:gsLst>
              <a:gs pos="0">
                <a:srgbClr val="A0E0E0">
                  <a:alpha val="4000"/>
                </a:srgbClr>
              </a:gs>
              <a:gs pos="8000">
                <a:srgbClr val="A0E0E0">
                  <a:alpha val="70000"/>
                </a:srgbClr>
              </a:gs>
              <a:gs pos="28000">
                <a:srgbClr val="A0E0E0"/>
              </a:gs>
              <a:gs pos="88000">
                <a:srgbClr val="A0E0E0"/>
              </a:gs>
              <a:gs pos="100000">
                <a:srgbClr val="A0E0E0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19" name="editable-brand-triangle#218"/>
          <p:cNvSpPr>
            <a:spLocks noGrp="1"/>
          </p:cNvSpPr>
          <p:nvPr/>
        </p:nvSpPr>
        <p:spPr>
          <a:xfrm>
            <a:off x="49322066" y="19617836"/>
            <a:ext cx="943519" cy="879875"/>
          </a:xfrm>
          <a:custGeom>
            <a:avLst/>
            <a:gdLst/>
            <a:ahLst/>
            <a:cxnLst/>
            <a:pathLst>
              <a:path w="336319" h="313586">
                <a:moveTo>
                  <a:pt x="336319" y="313586"/>
                </a:moveTo>
                <a:lnTo>
                  <a:pt x="0" y="0"/>
                </a:lnTo>
                <a:lnTo>
                  <a:pt x="556" y="4877"/>
                </a:lnTo>
                <a:lnTo>
                  <a:pt x="329154" y="311264"/>
                </a:lnTo>
                <a:close/>
              </a:path>
            </a:pathLst>
          </a:custGeom>
          <a:gradFill>
            <a:gsLst>
              <a:gs pos="0">
                <a:srgbClr val="BEE7D9">
                  <a:alpha val="4000"/>
                </a:srgbClr>
              </a:gs>
              <a:gs pos="8000">
                <a:srgbClr val="BEE7D9">
                  <a:alpha val="70000"/>
                </a:srgbClr>
              </a:gs>
              <a:gs pos="28000">
                <a:srgbClr val="BEE7D9"/>
              </a:gs>
              <a:gs pos="88000">
                <a:srgbClr val="BEE7D9"/>
              </a:gs>
              <a:gs pos="100000">
                <a:srgbClr val="BEE7D9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20" name="editable-brand-triangle#219"/>
          <p:cNvSpPr>
            <a:spLocks noGrp="1"/>
          </p:cNvSpPr>
          <p:nvPr/>
        </p:nvSpPr>
        <p:spPr>
          <a:xfrm>
            <a:off x="49323446" y="19629946"/>
            <a:ext cx="924350" cy="861999"/>
          </a:xfrm>
          <a:custGeom>
            <a:avLst/>
            <a:gdLst/>
            <a:ahLst/>
            <a:cxnLst/>
            <a:pathLst>
              <a:path w="329486" h="307215">
                <a:moveTo>
                  <a:pt x="329486" y="307215"/>
                </a:moveTo>
                <a:lnTo>
                  <a:pt x="0" y="0"/>
                </a:lnTo>
                <a:lnTo>
                  <a:pt x="556" y="4877"/>
                </a:lnTo>
                <a:lnTo>
                  <a:pt x="322321" y="304893"/>
                </a:lnTo>
                <a:close/>
              </a:path>
            </a:pathLst>
          </a:custGeom>
          <a:gradFill>
            <a:gsLst>
              <a:gs pos="0">
                <a:srgbClr val="DBEED1">
                  <a:alpha val="4000"/>
                </a:srgbClr>
              </a:gs>
              <a:gs pos="8000">
                <a:srgbClr val="DBEED1">
                  <a:alpha val="70000"/>
                </a:srgbClr>
              </a:gs>
              <a:gs pos="28000">
                <a:srgbClr val="DBEED1"/>
              </a:gs>
              <a:gs pos="88000">
                <a:srgbClr val="DBEED1"/>
              </a:gs>
              <a:gs pos="100000">
                <a:srgbClr val="DBEED1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21" name="editable-brand-triangle#220"/>
          <p:cNvSpPr>
            <a:spLocks noGrp="1"/>
          </p:cNvSpPr>
          <p:nvPr/>
        </p:nvSpPr>
        <p:spPr>
          <a:xfrm>
            <a:off x="49324826" y="19642055"/>
            <a:ext cx="905181" cy="844123"/>
          </a:xfrm>
          <a:custGeom>
            <a:avLst/>
            <a:gdLst/>
            <a:ahLst/>
            <a:cxnLst/>
            <a:pathLst>
              <a:path w="322653" h="300844">
                <a:moveTo>
                  <a:pt x="322653" y="300844"/>
                </a:moveTo>
                <a:lnTo>
                  <a:pt x="0" y="0"/>
                </a:lnTo>
                <a:lnTo>
                  <a:pt x="556" y="4877"/>
                </a:lnTo>
                <a:lnTo>
                  <a:pt x="315488" y="298522"/>
                </a:lnTo>
                <a:close/>
              </a:path>
            </a:pathLst>
          </a:custGeom>
          <a:gradFill>
            <a:gsLst>
              <a:gs pos="0">
                <a:srgbClr val="F9F5CA">
                  <a:alpha val="4000"/>
                </a:srgbClr>
              </a:gs>
              <a:gs pos="8000">
                <a:srgbClr val="F9F5CA">
                  <a:alpha val="70000"/>
                </a:srgbClr>
              </a:gs>
              <a:gs pos="28000">
                <a:srgbClr val="F9F5CA"/>
              </a:gs>
              <a:gs pos="88000">
                <a:srgbClr val="F9F5CA"/>
              </a:gs>
              <a:gs pos="100000">
                <a:srgbClr val="F9F5CA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22" name="editable-brand-triangle#221"/>
          <p:cNvSpPr>
            <a:spLocks noGrp="1"/>
          </p:cNvSpPr>
          <p:nvPr/>
        </p:nvSpPr>
        <p:spPr>
          <a:xfrm>
            <a:off x="49326206" y="19654165"/>
            <a:ext cx="886012" cy="826247"/>
          </a:xfrm>
          <a:custGeom>
            <a:avLst/>
            <a:gdLst/>
            <a:ahLst/>
            <a:cxnLst/>
            <a:pathLst>
              <a:path w="315821" h="294473">
                <a:moveTo>
                  <a:pt x="315821" y="294473"/>
                </a:moveTo>
                <a:lnTo>
                  <a:pt x="0" y="0"/>
                </a:lnTo>
                <a:lnTo>
                  <a:pt x="556" y="4877"/>
                </a:lnTo>
                <a:lnTo>
                  <a:pt x="308655" y="292151"/>
                </a:lnTo>
                <a:close/>
              </a:path>
            </a:pathLst>
          </a:custGeom>
          <a:gradFill>
            <a:gsLst>
              <a:gs pos="0">
                <a:srgbClr val="F6E0A5">
                  <a:alpha val="4000"/>
                </a:srgbClr>
              </a:gs>
              <a:gs pos="8000">
                <a:srgbClr val="F6E0A5">
                  <a:alpha val="70000"/>
                </a:srgbClr>
              </a:gs>
              <a:gs pos="28000">
                <a:srgbClr val="F6E0A5"/>
              </a:gs>
              <a:gs pos="88000">
                <a:srgbClr val="F6E0A5"/>
              </a:gs>
              <a:gs pos="100000">
                <a:srgbClr val="F6E0A5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23" name="editable-brand-triangle#222"/>
          <p:cNvSpPr>
            <a:spLocks noGrp="1"/>
          </p:cNvSpPr>
          <p:nvPr/>
        </p:nvSpPr>
        <p:spPr>
          <a:xfrm>
            <a:off x="49327587" y="19666275"/>
            <a:ext cx="866843" cy="808371"/>
          </a:xfrm>
          <a:custGeom>
            <a:avLst/>
            <a:gdLst/>
            <a:ahLst/>
            <a:cxnLst/>
            <a:pathLst>
              <a:path w="308988" h="288102">
                <a:moveTo>
                  <a:pt x="308988" y="288102"/>
                </a:moveTo>
                <a:lnTo>
                  <a:pt x="0" y="0"/>
                </a:lnTo>
                <a:lnTo>
                  <a:pt x="556" y="4877"/>
                </a:lnTo>
                <a:lnTo>
                  <a:pt x="301823" y="285780"/>
                </a:lnTo>
                <a:close/>
              </a:path>
            </a:pathLst>
          </a:custGeom>
          <a:gradFill>
            <a:gsLst>
              <a:gs pos="0">
                <a:srgbClr val="EAC478">
                  <a:alpha val="4000"/>
                </a:srgbClr>
              </a:gs>
              <a:gs pos="8000">
                <a:srgbClr val="EAC478">
                  <a:alpha val="70000"/>
                </a:srgbClr>
              </a:gs>
              <a:gs pos="28000">
                <a:srgbClr val="EAC478"/>
              </a:gs>
              <a:gs pos="88000">
                <a:srgbClr val="EAC478"/>
              </a:gs>
              <a:gs pos="100000">
                <a:srgbClr val="EAC478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24" name="editable-brand-triangle#223"/>
          <p:cNvSpPr>
            <a:spLocks noGrp="1"/>
          </p:cNvSpPr>
          <p:nvPr/>
        </p:nvSpPr>
        <p:spPr>
          <a:xfrm>
            <a:off x="49328967" y="19678384"/>
            <a:ext cx="847674" cy="790495"/>
          </a:xfrm>
          <a:custGeom>
            <a:avLst/>
            <a:gdLst/>
            <a:ahLst/>
            <a:cxnLst/>
            <a:pathLst>
              <a:path w="302155" h="281732">
                <a:moveTo>
                  <a:pt x="302155" y="281732"/>
                </a:moveTo>
                <a:lnTo>
                  <a:pt x="0" y="0"/>
                </a:lnTo>
                <a:lnTo>
                  <a:pt x="556" y="4877"/>
                </a:lnTo>
                <a:lnTo>
                  <a:pt x="294990" y="279409"/>
                </a:lnTo>
                <a:close/>
              </a:path>
            </a:pathLst>
          </a:custGeom>
          <a:gradFill>
            <a:gsLst>
              <a:gs pos="0">
                <a:srgbClr val="DEA94C">
                  <a:alpha val="4000"/>
                </a:srgbClr>
              </a:gs>
              <a:gs pos="8000">
                <a:srgbClr val="DEA94C">
                  <a:alpha val="70000"/>
                </a:srgbClr>
              </a:gs>
              <a:gs pos="28000">
                <a:srgbClr val="DEA94C"/>
              </a:gs>
              <a:gs pos="88000">
                <a:srgbClr val="DEA94C"/>
              </a:gs>
              <a:gs pos="100000">
                <a:srgbClr val="DEA94C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25" name="editable-brand-triangle#224"/>
          <p:cNvSpPr>
            <a:spLocks noGrp="1"/>
          </p:cNvSpPr>
          <p:nvPr/>
        </p:nvSpPr>
        <p:spPr>
          <a:xfrm>
            <a:off x="49330347" y="19690494"/>
            <a:ext cx="828505" cy="772619"/>
          </a:xfrm>
          <a:custGeom>
            <a:avLst/>
            <a:gdLst/>
            <a:ahLst/>
            <a:cxnLst/>
            <a:pathLst>
              <a:path w="295322" h="275361">
                <a:moveTo>
                  <a:pt x="295322" y="275361"/>
                </a:moveTo>
                <a:lnTo>
                  <a:pt x="0" y="0"/>
                </a:lnTo>
                <a:lnTo>
                  <a:pt x="556" y="4877"/>
                </a:lnTo>
                <a:lnTo>
                  <a:pt x="288157" y="273038"/>
                </a:lnTo>
                <a:close/>
              </a:path>
            </a:pathLst>
          </a:custGeom>
          <a:gradFill>
            <a:gsLst>
              <a:gs pos="0">
                <a:srgbClr val="BF9043">
                  <a:alpha val="4000"/>
                </a:srgbClr>
              </a:gs>
              <a:gs pos="8000">
                <a:srgbClr val="BF9043">
                  <a:alpha val="70000"/>
                </a:srgbClr>
              </a:gs>
              <a:gs pos="28000">
                <a:srgbClr val="BF9043"/>
              </a:gs>
              <a:gs pos="88000">
                <a:srgbClr val="BF9043"/>
              </a:gs>
              <a:gs pos="100000">
                <a:srgbClr val="BF9043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26" name="editable-brand-triangle#225"/>
          <p:cNvSpPr>
            <a:spLocks noGrp="1"/>
          </p:cNvSpPr>
          <p:nvPr/>
        </p:nvSpPr>
        <p:spPr>
          <a:xfrm>
            <a:off x="49331727" y="19702604"/>
            <a:ext cx="809336" cy="754743"/>
          </a:xfrm>
          <a:custGeom>
            <a:avLst/>
            <a:gdLst/>
            <a:ahLst/>
            <a:cxnLst/>
            <a:pathLst>
              <a:path w="288489" h="268990">
                <a:moveTo>
                  <a:pt x="288489" y="268990"/>
                </a:moveTo>
                <a:lnTo>
                  <a:pt x="0" y="0"/>
                </a:lnTo>
                <a:lnTo>
                  <a:pt x="556" y="4877"/>
                </a:lnTo>
                <a:lnTo>
                  <a:pt x="281324" y="266667"/>
                </a:lnTo>
                <a:close/>
              </a:path>
            </a:pathLst>
          </a:custGeom>
          <a:gradFill>
            <a:gsLst>
              <a:gs pos="0">
                <a:srgbClr val="8C7A5E">
                  <a:alpha val="4000"/>
                </a:srgbClr>
              </a:gs>
              <a:gs pos="8000">
                <a:srgbClr val="8C7A5E">
                  <a:alpha val="70000"/>
                </a:srgbClr>
              </a:gs>
              <a:gs pos="28000">
                <a:srgbClr val="8C7A5E"/>
              </a:gs>
              <a:gs pos="88000">
                <a:srgbClr val="8C7A5E"/>
              </a:gs>
              <a:gs pos="100000">
                <a:srgbClr val="8C7A5E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27" name="editable-brand-triangle#226"/>
          <p:cNvSpPr>
            <a:spLocks noGrp="1"/>
          </p:cNvSpPr>
          <p:nvPr/>
        </p:nvSpPr>
        <p:spPr>
          <a:xfrm>
            <a:off x="49333107" y="19714713"/>
            <a:ext cx="790167" cy="736867"/>
          </a:xfrm>
          <a:custGeom>
            <a:avLst/>
            <a:gdLst/>
            <a:ahLst/>
            <a:cxnLst/>
            <a:pathLst>
              <a:path w="281656" h="262619">
                <a:moveTo>
                  <a:pt x="281656" y="262619"/>
                </a:moveTo>
                <a:lnTo>
                  <a:pt x="0" y="0"/>
                </a:lnTo>
                <a:lnTo>
                  <a:pt x="556" y="4877"/>
                </a:lnTo>
                <a:lnTo>
                  <a:pt x="274491" y="260296"/>
                </a:lnTo>
                <a:close/>
              </a:path>
            </a:pathLst>
          </a:custGeom>
          <a:gradFill>
            <a:gsLst>
              <a:gs pos="0">
                <a:srgbClr val="596479">
                  <a:alpha val="4000"/>
                </a:srgbClr>
              </a:gs>
              <a:gs pos="8000">
                <a:srgbClr val="596479">
                  <a:alpha val="70000"/>
                </a:srgbClr>
              </a:gs>
              <a:gs pos="28000">
                <a:srgbClr val="596479"/>
              </a:gs>
              <a:gs pos="88000">
                <a:srgbClr val="596479"/>
              </a:gs>
              <a:gs pos="100000">
                <a:srgbClr val="596479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28" name="editable-brand-triangle#227"/>
          <p:cNvSpPr>
            <a:spLocks noGrp="1"/>
          </p:cNvSpPr>
          <p:nvPr/>
        </p:nvSpPr>
        <p:spPr>
          <a:xfrm>
            <a:off x="49334488" y="19726823"/>
            <a:ext cx="770998" cy="718992"/>
          </a:xfrm>
          <a:custGeom>
            <a:avLst/>
            <a:gdLst/>
            <a:ahLst/>
            <a:cxnLst/>
            <a:pathLst>
              <a:path w="274824" h="256248">
                <a:moveTo>
                  <a:pt x="274824" y="256248"/>
                </a:moveTo>
                <a:lnTo>
                  <a:pt x="0" y="0"/>
                </a:lnTo>
                <a:lnTo>
                  <a:pt x="556" y="4877"/>
                </a:lnTo>
                <a:lnTo>
                  <a:pt x="267659" y="253925"/>
                </a:lnTo>
                <a:close/>
              </a:path>
            </a:pathLst>
          </a:custGeom>
          <a:gradFill>
            <a:gsLst>
              <a:gs pos="0">
                <a:srgbClr val="2E508C">
                  <a:alpha val="4000"/>
                </a:srgbClr>
              </a:gs>
              <a:gs pos="8000">
                <a:srgbClr val="2E508C">
                  <a:alpha val="70000"/>
                </a:srgbClr>
              </a:gs>
              <a:gs pos="28000">
                <a:srgbClr val="2E508C"/>
              </a:gs>
              <a:gs pos="88000">
                <a:srgbClr val="2E508C"/>
              </a:gs>
              <a:gs pos="100000">
                <a:srgbClr val="2E508C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29" name="editable-brand-triangle#228"/>
          <p:cNvSpPr>
            <a:spLocks noGrp="1"/>
          </p:cNvSpPr>
          <p:nvPr/>
        </p:nvSpPr>
        <p:spPr>
          <a:xfrm>
            <a:off x="49335868" y="19738933"/>
            <a:ext cx="751829" cy="701116"/>
          </a:xfrm>
          <a:custGeom>
            <a:avLst/>
            <a:gdLst/>
            <a:ahLst/>
            <a:cxnLst/>
            <a:pathLst>
              <a:path w="267991" h="249877">
                <a:moveTo>
                  <a:pt x="267991" y="249877"/>
                </a:moveTo>
                <a:lnTo>
                  <a:pt x="0" y="0"/>
                </a:lnTo>
                <a:lnTo>
                  <a:pt x="556" y="4877"/>
                </a:lnTo>
                <a:lnTo>
                  <a:pt x="260826" y="247554"/>
                </a:lnTo>
                <a:close/>
              </a:path>
            </a:pathLst>
          </a:custGeom>
          <a:gradFill>
            <a:gsLst>
              <a:gs pos="0">
                <a:srgbClr val="25467F">
                  <a:alpha val="4000"/>
                </a:srgbClr>
              </a:gs>
              <a:gs pos="8000">
                <a:srgbClr val="25467F">
                  <a:alpha val="70000"/>
                </a:srgbClr>
              </a:gs>
              <a:gs pos="28000">
                <a:srgbClr val="25467F"/>
              </a:gs>
              <a:gs pos="88000">
                <a:srgbClr val="25467F"/>
              </a:gs>
              <a:gs pos="100000">
                <a:srgbClr val="25467F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30" name="editable-brand-triangle#229"/>
          <p:cNvSpPr>
            <a:spLocks noGrp="1"/>
          </p:cNvSpPr>
          <p:nvPr/>
        </p:nvSpPr>
        <p:spPr>
          <a:xfrm>
            <a:off x="49337248" y="19751042"/>
            <a:ext cx="732660" cy="683240"/>
          </a:xfrm>
          <a:custGeom>
            <a:avLst/>
            <a:gdLst/>
            <a:ahLst/>
            <a:cxnLst/>
            <a:pathLst>
              <a:path w="261158" h="243506">
                <a:moveTo>
                  <a:pt x="261158" y="243506"/>
                </a:moveTo>
                <a:lnTo>
                  <a:pt x="0" y="0"/>
                </a:lnTo>
                <a:lnTo>
                  <a:pt x="556" y="4877"/>
                </a:lnTo>
                <a:lnTo>
                  <a:pt x="253993" y="241183"/>
                </a:lnTo>
                <a:close/>
              </a:path>
            </a:pathLst>
          </a:custGeom>
          <a:gradFill>
            <a:gsLst>
              <a:gs pos="0">
                <a:srgbClr val="1C3B72">
                  <a:alpha val="4000"/>
                </a:srgbClr>
              </a:gs>
              <a:gs pos="8000">
                <a:srgbClr val="1C3B72">
                  <a:alpha val="70000"/>
                </a:srgbClr>
              </a:gs>
              <a:gs pos="28000">
                <a:srgbClr val="1C3B72"/>
              </a:gs>
              <a:gs pos="88000">
                <a:srgbClr val="1C3B72"/>
              </a:gs>
              <a:gs pos="100000">
                <a:srgbClr val="1C3B72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31" name="editable-brand-triangle#230"/>
          <p:cNvSpPr>
            <a:spLocks noGrp="1"/>
          </p:cNvSpPr>
          <p:nvPr/>
        </p:nvSpPr>
        <p:spPr>
          <a:xfrm>
            <a:off x="49338628" y="19763152"/>
            <a:ext cx="713491" cy="665364"/>
          </a:xfrm>
          <a:custGeom>
            <a:avLst/>
            <a:gdLst/>
            <a:ahLst/>
            <a:cxnLst/>
            <a:pathLst>
              <a:path w="254325" h="237135">
                <a:moveTo>
                  <a:pt x="254325" y="237135"/>
                </a:moveTo>
                <a:lnTo>
                  <a:pt x="0" y="0"/>
                </a:lnTo>
                <a:lnTo>
                  <a:pt x="556" y="4877"/>
                </a:lnTo>
                <a:lnTo>
                  <a:pt x="247160" y="234812"/>
                </a:lnTo>
                <a:close/>
              </a:path>
            </a:pathLst>
          </a:custGeom>
          <a:gradFill>
            <a:gsLst>
              <a:gs pos="0">
                <a:srgbClr val="133165">
                  <a:alpha val="4000"/>
                </a:srgbClr>
              </a:gs>
              <a:gs pos="8000">
                <a:srgbClr val="133165">
                  <a:alpha val="70000"/>
                </a:srgbClr>
              </a:gs>
              <a:gs pos="28000">
                <a:srgbClr val="133165"/>
              </a:gs>
              <a:gs pos="88000">
                <a:srgbClr val="133165"/>
              </a:gs>
              <a:gs pos="100000">
                <a:srgbClr val="133165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32" name="editable-brand-triangle#231"/>
          <p:cNvSpPr>
            <a:spLocks noGrp="1"/>
          </p:cNvSpPr>
          <p:nvPr/>
        </p:nvSpPr>
        <p:spPr>
          <a:xfrm>
            <a:off x="49340008" y="19775261"/>
            <a:ext cx="694322" cy="647488"/>
          </a:xfrm>
          <a:custGeom>
            <a:avLst/>
            <a:gdLst/>
            <a:ahLst/>
            <a:cxnLst/>
            <a:pathLst>
              <a:path w="247492" h="230764">
                <a:moveTo>
                  <a:pt x="247492" y="230764"/>
                </a:moveTo>
                <a:lnTo>
                  <a:pt x="0" y="0"/>
                </a:lnTo>
                <a:lnTo>
                  <a:pt x="556" y="4877"/>
                </a:lnTo>
                <a:lnTo>
                  <a:pt x="240327" y="228441"/>
                </a:lnTo>
                <a:close/>
              </a:path>
            </a:pathLst>
          </a:custGeom>
          <a:gradFill>
            <a:gsLst>
              <a:gs pos="0">
                <a:srgbClr val="125583">
                  <a:alpha val="4000"/>
                </a:srgbClr>
              </a:gs>
              <a:gs pos="8000">
                <a:srgbClr val="125583">
                  <a:alpha val="70000"/>
                </a:srgbClr>
              </a:gs>
              <a:gs pos="28000">
                <a:srgbClr val="125583"/>
              </a:gs>
              <a:gs pos="88000">
                <a:srgbClr val="125583"/>
              </a:gs>
              <a:gs pos="100000">
                <a:srgbClr val="125583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33" name="editable-brand-triangle#232"/>
          <p:cNvSpPr>
            <a:spLocks noGrp="1"/>
          </p:cNvSpPr>
          <p:nvPr/>
        </p:nvSpPr>
        <p:spPr>
          <a:xfrm>
            <a:off x="49341389" y="19787371"/>
            <a:ext cx="675153" cy="629612"/>
          </a:xfrm>
          <a:custGeom>
            <a:avLst/>
            <a:gdLst/>
            <a:ahLst/>
            <a:cxnLst/>
            <a:pathLst>
              <a:path w="240660" h="224393">
                <a:moveTo>
                  <a:pt x="240660" y="224393"/>
                </a:moveTo>
                <a:lnTo>
                  <a:pt x="0" y="0"/>
                </a:lnTo>
                <a:lnTo>
                  <a:pt x="556" y="4877"/>
                </a:lnTo>
                <a:lnTo>
                  <a:pt x="233494" y="222071"/>
                </a:lnTo>
                <a:close/>
              </a:path>
            </a:pathLst>
          </a:custGeom>
          <a:gradFill>
            <a:gsLst>
              <a:gs pos="0">
                <a:srgbClr val="127DA5">
                  <a:alpha val="4000"/>
                </a:srgbClr>
              </a:gs>
              <a:gs pos="8000">
                <a:srgbClr val="127DA5">
                  <a:alpha val="70000"/>
                </a:srgbClr>
              </a:gs>
              <a:gs pos="28000">
                <a:srgbClr val="127DA5"/>
              </a:gs>
              <a:gs pos="88000">
                <a:srgbClr val="127DA5"/>
              </a:gs>
              <a:gs pos="100000">
                <a:srgbClr val="127DA5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34" name="editable-brand-triangle#233"/>
          <p:cNvSpPr>
            <a:spLocks noGrp="1"/>
          </p:cNvSpPr>
          <p:nvPr/>
        </p:nvSpPr>
        <p:spPr>
          <a:xfrm>
            <a:off x="49342769" y="19799481"/>
            <a:ext cx="655984" cy="611736"/>
          </a:xfrm>
          <a:custGeom>
            <a:avLst/>
            <a:gdLst/>
            <a:ahLst/>
            <a:cxnLst/>
            <a:pathLst>
              <a:path w="233827" h="218022">
                <a:moveTo>
                  <a:pt x="233827" y="218022"/>
                </a:moveTo>
                <a:lnTo>
                  <a:pt x="0" y="0"/>
                </a:lnTo>
                <a:lnTo>
                  <a:pt x="556" y="4877"/>
                </a:lnTo>
                <a:lnTo>
                  <a:pt x="226662" y="215700"/>
                </a:lnTo>
                <a:close/>
              </a:path>
            </a:pathLst>
          </a:custGeom>
          <a:gradFill>
            <a:gsLst>
              <a:gs pos="0">
                <a:srgbClr val="12A6C7">
                  <a:alpha val="4000"/>
                </a:srgbClr>
              </a:gs>
              <a:gs pos="8000">
                <a:srgbClr val="12A6C7">
                  <a:alpha val="70000"/>
                </a:srgbClr>
              </a:gs>
              <a:gs pos="28000">
                <a:srgbClr val="12A6C7"/>
              </a:gs>
              <a:gs pos="88000">
                <a:srgbClr val="12A6C7"/>
              </a:gs>
              <a:gs pos="100000">
                <a:srgbClr val="12A6C7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35" name="editable-brand-triangle#234"/>
          <p:cNvSpPr>
            <a:spLocks noGrp="1"/>
          </p:cNvSpPr>
          <p:nvPr/>
        </p:nvSpPr>
        <p:spPr>
          <a:xfrm>
            <a:off x="49344149" y="19811590"/>
            <a:ext cx="636815" cy="593860"/>
          </a:xfrm>
          <a:custGeom>
            <a:avLst/>
            <a:gdLst/>
            <a:ahLst/>
            <a:cxnLst/>
            <a:pathLst>
              <a:path w="226994" h="211651">
                <a:moveTo>
                  <a:pt x="226994" y="211651"/>
                </a:moveTo>
                <a:lnTo>
                  <a:pt x="0" y="0"/>
                </a:lnTo>
                <a:lnTo>
                  <a:pt x="556" y="4877"/>
                </a:lnTo>
                <a:lnTo>
                  <a:pt x="219829" y="209329"/>
                </a:lnTo>
                <a:close/>
              </a:path>
            </a:pathLst>
          </a:custGeom>
          <a:gradFill>
            <a:gsLst>
              <a:gs pos="0">
                <a:srgbClr val="33C0D8">
                  <a:alpha val="4000"/>
                </a:srgbClr>
              </a:gs>
              <a:gs pos="8000">
                <a:srgbClr val="33C0D8">
                  <a:alpha val="70000"/>
                </a:srgbClr>
              </a:gs>
              <a:gs pos="28000">
                <a:srgbClr val="33C0D8"/>
              </a:gs>
              <a:gs pos="88000">
                <a:srgbClr val="33C0D8"/>
              </a:gs>
              <a:gs pos="100000">
                <a:srgbClr val="33C0D8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36" name="editable-brand-triangle#235"/>
          <p:cNvSpPr>
            <a:spLocks noGrp="1"/>
          </p:cNvSpPr>
          <p:nvPr/>
        </p:nvSpPr>
        <p:spPr>
          <a:xfrm>
            <a:off x="49345529" y="19823700"/>
            <a:ext cx="617646" cy="575984"/>
          </a:xfrm>
          <a:custGeom>
            <a:avLst/>
            <a:gdLst/>
            <a:ahLst/>
            <a:cxnLst/>
            <a:pathLst>
              <a:path w="220161" h="205280">
                <a:moveTo>
                  <a:pt x="220161" y="205280"/>
                </a:moveTo>
                <a:lnTo>
                  <a:pt x="0" y="0"/>
                </a:lnTo>
                <a:lnTo>
                  <a:pt x="556" y="4877"/>
                </a:lnTo>
                <a:lnTo>
                  <a:pt x="212996" y="202958"/>
                </a:lnTo>
                <a:close/>
              </a:path>
            </a:pathLst>
          </a:custGeom>
          <a:gradFill>
            <a:gsLst>
              <a:gs pos="0">
                <a:srgbClr val="69D1DE">
                  <a:alpha val="4000"/>
                </a:srgbClr>
              </a:gs>
              <a:gs pos="8000">
                <a:srgbClr val="69D1DE">
                  <a:alpha val="70000"/>
                </a:srgbClr>
              </a:gs>
              <a:gs pos="28000">
                <a:srgbClr val="69D1DE"/>
              </a:gs>
              <a:gs pos="88000">
                <a:srgbClr val="69D1DE"/>
              </a:gs>
              <a:gs pos="100000">
                <a:srgbClr val="69D1DE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37" name="editable-brand-triangle#236"/>
          <p:cNvSpPr>
            <a:spLocks noGrp="1"/>
          </p:cNvSpPr>
          <p:nvPr/>
        </p:nvSpPr>
        <p:spPr>
          <a:xfrm>
            <a:off x="49346909" y="19835810"/>
            <a:ext cx="598477" cy="558108"/>
          </a:xfrm>
          <a:custGeom>
            <a:avLst/>
            <a:gdLst/>
            <a:ahLst/>
            <a:cxnLst/>
            <a:pathLst>
              <a:path w="213328" h="198909">
                <a:moveTo>
                  <a:pt x="213328" y="198909"/>
                </a:moveTo>
                <a:lnTo>
                  <a:pt x="0" y="0"/>
                </a:lnTo>
                <a:lnTo>
                  <a:pt x="556" y="4877"/>
                </a:lnTo>
                <a:lnTo>
                  <a:pt x="206163" y="196587"/>
                </a:lnTo>
                <a:close/>
              </a:path>
            </a:pathLst>
          </a:custGeom>
          <a:gradFill>
            <a:gsLst>
              <a:gs pos="0">
                <a:srgbClr val="9FE2E3">
                  <a:alpha val="4000"/>
                </a:srgbClr>
              </a:gs>
              <a:gs pos="8000">
                <a:srgbClr val="9FE2E3">
                  <a:alpha val="70000"/>
                </a:srgbClr>
              </a:gs>
              <a:gs pos="28000">
                <a:srgbClr val="9FE2E3"/>
              </a:gs>
              <a:gs pos="88000">
                <a:srgbClr val="9FE2E3"/>
              </a:gs>
              <a:gs pos="100000">
                <a:srgbClr val="9FE2E3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38" name="editable-brand-triangle#237"/>
          <p:cNvSpPr>
            <a:spLocks noGrp="1"/>
          </p:cNvSpPr>
          <p:nvPr/>
        </p:nvSpPr>
        <p:spPr>
          <a:xfrm>
            <a:off x="49348290" y="19847919"/>
            <a:ext cx="579308" cy="540232"/>
          </a:xfrm>
          <a:custGeom>
            <a:avLst/>
            <a:gdLst/>
            <a:ahLst/>
            <a:cxnLst/>
            <a:pathLst>
              <a:path w="206496" h="192538">
                <a:moveTo>
                  <a:pt x="206496" y="192538"/>
                </a:moveTo>
                <a:lnTo>
                  <a:pt x="0" y="0"/>
                </a:lnTo>
                <a:lnTo>
                  <a:pt x="556" y="4877"/>
                </a:lnTo>
                <a:lnTo>
                  <a:pt x="199330" y="190216"/>
                </a:lnTo>
                <a:close/>
              </a:path>
            </a:pathLst>
          </a:custGeom>
          <a:gradFill>
            <a:gsLst>
              <a:gs pos="0">
                <a:srgbClr val="B5DCDA">
                  <a:alpha val="4000"/>
                </a:srgbClr>
              </a:gs>
              <a:gs pos="8000">
                <a:srgbClr val="B5DCDA">
                  <a:alpha val="70000"/>
                </a:srgbClr>
              </a:gs>
              <a:gs pos="28000">
                <a:srgbClr val="B5DCDA"/>
              </a:gs>
              <a:gs pos="88000">
                <a:srgbClr val="B5DCDA"/>
              </a:gs>
              <a:gs pos="100000">
                <a:srgbClr val="B5DCDA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39" name="editable-brand-triangle#238"/>
          <p:cNvSpPr>
            <a:spLocks noGrp="1"/>
          </p:cNvSpPr>
          <p:nvPr/>
        </p:nvSpPr>
        <p:spPr>
          <a:xfrm>
            <a:off x="49349670" y="19860029"/>
            <a:ext cx="560139" cy="522356"/>
          </a:xfrm>
          <a:custGeom>
            <a:avLst/>
            <a:gdLst/>
            <a:ahLst/>
            <a:cxnLst/>
            <a:pathLst>
              <a:path w="199663" h="186167">
                <a:moveTo>
                  <a:pt x="199663" y="186167"/>
                </a:moveTo>
                <a:lnTo>
                  <a:pt x="0" y="0"/>
                </a:lnTo>
                <a:lnTo>
                  <a:pt x="556" y="4877"/>
                </a:lnTo>
                <a:lnTo>
                  <a:pt x="192498" y="183845"/>
                </a:lnTo>
                <a:close/>
              </a:path>
            </a:pathLst>
          </a:custGeom>
          <a:gradFill>
            <a:gsLst>
              <a:gs pos="0">
                <a:srgbClr val="7EA2AE">
                  <a:alpha val="4000"/>
                </a:srgbClr>
              </a:gs>
              <a:gs pos="8000">
                <a:srgbClr val="7EA2AE">
                  <a:alpha val="70000"/>
                </a:srgbClr>
              </a:gs>
              <a:gs pos="28000">
                <a:srgbClr val="7EA2AE"/>
              </a:gs>
              <a:gs pos="88000">
                <a:srgbClr val="7EA2AE"/>
              </a:gs>
              <a:gs pos="100000">
                <a:srgbClr val="7EA2AE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40" name="editable-brand-triangle#239"/>
          <p:cNvSpPr>
            <a:spLocks noGrp="1"/>
          </p:cNvSpPr>
          <p:nvPr/>
        </p:nvSpPr>
        <p:spPr>
          <a:xfrm>
            <a:off x="49351050" y="19872138"/>
            <a:ext cx="540970" cy="504480"/>
          </a:xfrm>
          <a:custGeom>
            <a:avLst/>
            <a:gdLst/>
            <a:ahLst/>
            <a:cxnLst/>
            <a:pathLst>
              <a:path w="192830" h="179796">
                <a:moveTo>
                  <a:pt x="192830" y="179796"/>
                </a:moveTo>
                <a:lnTo>
                  <a:pt x="0" y="0"/>
                </a:lnTo>
                <a:lnTo>
                  <a:pt x="556" y="4877"/>
                </a:lnTo>
                <a:lnTo>
                  <a:pt x="185665" y="177474"/>
                </a:lnTo>
                <a:close/>
              </a:path>
            </a:pathLst>
          </a:custGeom>
          <a:gradFill>
            <a:gsLst>
              <a:gs pos="0">
                <a:srgbClr val="476783">
                  <a:alpha val="4000"/>
                </a:srgbClr>
              </a:gs>
              <a:gs pos="8000">
                <a:srgbClr val="476783">
                  <a:alpha val="70000"/>
                </a:srgbClr>
              </a:gs>
              <a:gs pos="28000">
                <a:srgbClr val="476783"/>
              </a:gs>
              <a:gs pos="88000">
                <a:srgbClr val="476783"/>
              </a:gs>
              <a:gs pos="100000">
                <a:srgbClr val="476783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41" name="editable-brand-triangle#240"/>
          <p:cNvSpPr>
            <a:spLocks noGrp="1"/>
          </p:cNvSpPr>
          <p:nvPr/>
        </p:nvSpPr>
        <p:spPr>
          <a:xfrm>
            <a:off x="49352430" y="19884248"/>
            <a:ext cx="521801" cy="486604"/>
          </a:xfrm>
          <a:custGeom>
            <a:avLst/>
            <a:gdLst/>
            <a:ahLst/>
            <a:cxnLst/>
            <a:pathLst>
              <a:path w="185997" h="173425">
                <a:moveTo>
                  <a:pt x="185997" y="173425"/>
                </a:moveTo>
                <a:lnTo>
                  <a:pt x="0" y="0"/>
                </a:lnTo>
                <a:lnTo>
                  <a:pt x="556" y="4877"/>
                </a:lnTo>
                <a:lnTo>
                  <a:pt x="178832" y="171103"/>
                </a:lnTo>
                <a:close/>
              </a:path>
            </a:pathLst>
          </a:custGeom>
          <a:gradFill>
            <a:gsLst>
              <a:gs pos="0">
                <a:srgbClr val="102D57">
                  <a:alpha val="4000"/>
                </a:srgbClr>
              </a:gs>
              <a:gs pos="8000">
                <a:srgbClr val="102D57">
                  <a:alpha val="70000"/>
                </a:srgbClr>
              </a:gs>
              <a:gs pos="28000">
                <a:srgbClr val="102D57"/>
              </a:gs>
              <a:gs pos="88000">
                <a:srgbClr val="102D57"/>
              </a:gs>
              <a:gs pos="100000">
                <a:srgbClr val="102D57">
                  <a:alpha val="30000"/>
                </a:srgbClr>
              </a:gs>
            </a:gsLst>
            <a:lin ang="13379801"/>
          </a:gradFill>
          <a:ln w="0">
            <a:noFill/>
          </a:ln>
        </p:spPr>
      </p:sp>
      <p:sp>
        <p:nvSpPr>
          <p:cNvPr id="242" name="line#241"/>
          <p:cNvSpPr>
            <a:spLocks noGrp="1"/>
          </p:cNvSpPr>
          <p:nvPr/>
        </p:nvSpPr>
        <p:spPr>
          <a:xfrm>
            <a:off x="2618727" y="20926214"/>
            <a:ext cx="44945902" cy="26726"/>
          </a:xfrm>
          <a:custGeom>
            <a:avLst/>
            <a:gdLst/>
            <a:ahLst/>
            <a:cxnLst/>
            <a:pathLst>
              <a:path w="16021050" h="9525">
                <a:moveTo>
                  <a:pt x="0" y="0"/>
                </a:moveTo>
                <a:lnTo>
                  <a:pt x="16021050" y="0"/>
                </a:lnTo>
              </a:path>
            </a:pathLst>
          </a:custGeom>
          <a:noFill/>
          <a:ln w="21381">
            <a:solidFill>
              <a:srgbClr val="33383C"/>
            </a:solidFill>
          </a:ln>
        </p:spPr>
      </p:sp>
      <p:sp>
        <p:nvSpPr>
          <p:cNvPr id="243" name="text#242"/>
          <p:cNvSpPr>
            <a:spLocks noGrp="1"/>
          </p:cNvSpPr>
          <p:nvPr/>
        </p:nvSpPr>
        <p:spPr>
          <a:xfrm>
            <a:off x="2618727" y="21166745"/>
            <a:ext cx="17369106" cy="748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21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Anker 首届黑客松挑战赛</a:t>
            </a:r>
            <a:endParaRPr sz="421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4" name="text#243"/>
          <p:cNvSpPr>
            <a:spLocks noGrp="1"/>
          </p:cNvSpPr>
          <p:nvPr/>
        </p:nvSpPr>
        <p:spPr>
          <a:xfrm>
            <a:off x="33669344" y="21166745"/>
            <a:ext cx="13895285" cy="748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r">
              <a:lnSpc>
                <a:spcPct val="113000"/>
              </a:lnSpc>
              <a:buNone/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21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让创造发生·让世界看见</a:t>
            </a:r>
            <a:endParaRPr sz="421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3" name="editable-brand-triangle#3"/>
          <p:cNvSpPr>
            <a:spLocks noGrp="1"/>
          </p:cNvSpPr>
          <p:nvPr/>
        </p:nvSpPr>
        <p:spPr>
          <a:xfrm>
            <a:off x="32376013" y="908673"/>
            <a:ext cx="5063259" cy="17772583"/>
          </a:xfrm>
          <a:custGeom>
            <a:avLst/>
            <a:gdLst/>
            <a:ahLst/>
            <a:cxnLst/>
            <a:pathLst>
              <a:path w="1804808" h="6334125">
                <a:moveTo>
                  <a:pt x="1783080" y="0"/>
                </a:moveTo>
                <a:lnTo>
                  <a:pt x="0" y="6334125"/>
                </a:lnTo>
                <a:lnTo>
                  <a:pt x="60290" y="6271243"/>
                </a:lnTo>
                <a:lnTo>
                  <a:pt x="1804808" y="74105"/>
                </a:lnTo>
                <a:close/>
              </a:path>
            </a:pathLst>
          </a:custGeom>
          <a:gradFill>
            <a:gsLst>
              <a:gs pos="0">
                <a:srgbClr val="152140">
                  <a:alpha val="4000"/>
                </a:srgbClr>
              </a:gs>
              <a:gs pos="8000">
                <a:srgbClr val="152140">
                  <a:alpha val="70000"/>
                </a:srgbClr>
              </a:gs>
              <a:gs pos="28000">
                <a:srgbClr val="152140"/>
              </a:gs>
              <a:gs pos="88000">
                <a:srgbClr val="152140"/>
              </a:gs>
              <a:gs pos="100000">
                <a:srgbClr val="152140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" name="editable-brand-triangle#4"/>
          <p:cNvSpPr>
            <a:spLocks noGrp="1"/>
          </p:cNvSpPr>
          <p:nvPr/>
        </p:nvSpPr>
        <p:spPr>
          <a:xfrm>
            <a:off x="32525695" y="1092679"/>
            <a:ext cx="4967521" cy="17432439"/>
          </a:xfrm>
          <a:custGeom>
            <a:avLst/>
            <a:gdLst/>
            <a:ahLst/>
            <a:cxnLst/>
            <a:pathLst>
              <a:path w="1770682" h="6212898">
                <a:moveTo>
                  <a:pt x="1748954" y="0"/>
                </a:moveTo>
                <a:lnTo>
                  <a:pt x="0" y="6212898"/>
                </a:lnTo>
                <a:lnTo>
                  <a:pt x="60290" y="6150016"/>
                </a:lnTo>
                <a:lnTo>
                  <a:pt x="1770682" y="74105"/>
                </a:lnTo>
                <a:close/>
              </a:path>
            </a:pathLst>
          </a:custGeom>
          <a:gradFill>
            <a:gsLst>
              <a:gs pos="0">
                <a:srgbClr val="102D55">
                  <a:alpha val="4000"/>
                </a:srgbClr>
              </a:gs>
              <a:gs pos="8000">
                <a:srgbClr val="102D55">
                  <a:alpha val="70000"/>
                </a:srgbClr>
              </a:gs>
              <a:gs pos="28000">
                <a:srgbClr val="102D55"/>
              </a:gs>
              <a:gs pos="88000">
                <a:srgbClr val="102D55"/>
              </a:gs>
              <a:gs pos="100000">
                <a:srgbClr val="102D55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" name="editable-brand-triangle#5"/>
          <p:cNvSpPr>
            <a:spLocks noGrp="1"/>
          </p:cNvSpPr>
          <p:nvPr/>
        </p:nvSpPr>
        <p:spPr>
          <a:xfrm>
            <a:off x="32675376" y="1276684"/>
            <a:ext cx="4871784" cy="17092295"/>
          </a:xfrm>
          <a:custGeom>
            <a:avLst/>
            <a:gdLst/>
            <a:ahLst/>
            <a:cxnLst/>
            <a:pathLst>
              <a:path w="1736556" h="6091671">
                <a:moveTo>
                  <a:pt x="1714828" y="0"/>
                </a:moveTo>
                <a:lnTo>
                  <a:pt x="0" y="6091671"/>
                </a:lnTo>
                <a:lnTo>
                  <a:pt x="60290" y="6028790"/>
                </a:lnTo>
                <a:lnTo>
                  <a:pt x="1736556" y="74105"/>
                </a:lnTo>
                <a:close/>
              </a:path>
            </a:pathLst>
          </a:custGeom>
          <a:gradFill>
            <a:gsLst>
              <a:gs pos="0">
                <a:srgbClr val="0A3A6A">
                  <a:alpha val="4000"/>
                </a:srgbClr>
              </a:gs>
              <a:gs pos="8000">
                <a:srgbClr val="0A3A6A">
                  <a:alpha val="70000"/>
                </a:srgbClr>
              </a:gs>
              <a:gs pos="28000">
                <a:srgbClr val="0A3A6A"/>
              </a:gs>
              <a:gs pos="88000">
                <a:srgbClr val="0A3A6A"/>
              </a:gs>
              <a:gs pos="100000">
                <a:srgbClr val="0A3A6A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4" name="editable-brand-triangle#6"/>
          <p:cNvSpPr>
            <a:spLocks noGrp="1"/>
          </p:cNvSpPr>
          <p:nvPr/>
        </p:nvSpPr>
        <p:spPr>
          <a:xfrm>
            <a:off x="32825057" y="1460689"/>
            <a:ext cx="4776046" cy="16752151"/>
          </a:xfrm>
          <a:custGeom>
            <a:avLst/>
            <a:gdLst/>
            <a:ahLst/>
            <a:cxnLst/>
            <a:pathLst>
              <a:path w="1702431" h="5970445">
                <a:moveTo>
                  <a:pt x="1680703" y="0"/>
                </a:moveTo>
                <a:lnTo>
                  <a:pt x="0" y="5970445"/>
                </a:lnTo>
                <a:lnTo>
                  <a:pt x="60290" y="5907563"/>
                </a:lnTo>
                <a:lnTo>
                  <a:pt x="1702431" y="74105"/>
                </a:lnTo>
                <a:close/>
              </a:path>
            </a:pathLst>
          </a:custGeom>
          <a:gradFill>
            <a:gsLst>
              <a:gs pos="0">
                <a:srgbClr val="05467F">
                  <a:alpha val="4000"/>
                </a:srgbClr>
              </a:gs>
              <a:gs pos="8000">
                <a:srgbClr val="05467F">
                  <a:alpha val="70000"/>
                </a:srgbClr>
              </a:gs>
              <a:gs pos="28000">
                <a:srgbClr val="05467F"/>
              </a:gs>
              <a:gs pos="88000">
                <a:srgbClr val="05467F"/>
              </a:gs>
              <a:gs pos="100000">
                <a:srgbClr val="05467F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5" name="editable-brand-triangle#7"/>
          <p:cNvSpPr>
            <a:spLocks noGrp="1"/>
          </p:cNvSpPr>
          <p:nvPr/>
        </p:nvSpPr>
        <p:spPr>
          <a:xfrm>
            <a:off x="32974738" y="1644694"/>
            <a:ext cx="4680309" cy="16412007"/>
          </a:xfrm>
          <a:custGeom>
            <a:avLst/>
            <a:gdLst/>
            <a:ahLst/>
            <a:cxnLst/>
            <a:pathLst>
              <a:path w="1668305" h="5849218">
                <a:moveTo>
                  <a:pt x="1646577" y="0"/>
                </a:moveTo>
                <a:lnTo>
                  <a:pt x="0" y="5849218"/>
                </a:lnTo>
                <a:lnTo>
                  <a:pt x="60290" y="5786336"/>
                </a:lnTo>
                <a:lnTo>
                  <a:pt x="1668305" y="74105"/>
                </a:lnTo>
                <a:close/>
              </a:path>
            </a:pathLst>
          </a:custGeom>
          <a:gradFill>
            <a:gsLst>
              <a:gs pos="0">
                <a:srgbClr val="03629A">
                  <a:alpha val="4000"/>
                </a:srgbClr>
              </a:gs>
              <a:gs pos="8000">
                <a:srgbClr val="03629A">
                  <a:alpha val="70000"/>
                </a:srgbClr>
              </a:gs>
              <a:gs pos="28000">
                <a:srgbClr val="03629A"/>
              </a:gs>
              <a:gs pos="88000">
                <a:srgbClr val="03629A"/>
              </a:gs>
              <a:gs pos="100000">
                <a:srgbClr val="03629A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6" name="editable-brand-triangle#8"/>
          <p:cNvSpPr>
            <a:spLocks noGrp="1"/>
          </p:cNvSpPr>
          <p:nvPr/>
        </p:nvSpPr>
        <p:spPr>
          <a:xfrm>
            <a:off x="33124419" y="1828700"/>
            <a:ext cx="4584571" cy="16071863"/>
          </a:xfrm>
          <a:custGeom>
            <a:avLst/>
            <a:gdLst/>
            <a:ahLst/>
            <a:cxnLst/>
            <a:pathLst>
              <a:path w="1634179" h="5727991">
                <a:moveTo>
                  <a:pt x="1612451" y="0"/>
                </a:moveTo>
                <a:lnTo>
                  <a:pt x="0" y="5727991"/>
                </a:lnTo>
                <a:lnTo>
                  <a:pt x="60290" y="5665109"/>
                </a:lnTo>
                <a:lnTo>
                  <a:pt x="1634179" y="74105"/>
                </a:lnTo>
                <a:close/>
              </a:path>
            </a:pathLst>
          </a:custGeom>
          <a:gradFill>
            <a:gsLst>
              <a:gs pos="0">
                <a:srgbClr val="0285B7">
                  <a:alpha val="4000"/>
                </a:srgbClr>
              </a:gs>
              <a:gs pos="8000">
                <a:srgbClr val="0285B7">
                  <a:alpha val="70000"/>
                </a:srgbClr>
              </a:gs>
              <a:gs pos="28000">
                <a:srgbClr val="0285B7"/>
              </a:gs>
              <a:gs pos="88000">
                <a:srgbClr val="0285B7"/>
              </a:gs>
              <a:gs pos="100000">
                <a:srgbClr val="0285B7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7" name="editable-brand-triangle#9"/>
          <p:cNvSpPr>
            <a:spLocks noGrp="1"/>
          </p:cNvSpPr>
          <p:nvPr/>
        </p:nvSpPr>
        <p:spPr>
          <a:xfrm>
            <a:off x="33274100" y="2012705"/>
            <a:ext cx="4488834" cy="15731719"/>
          </a:xfrm>
          <a:custGeom>
            <a:avLst/>
            <a:gdLst/>
            <a:ahLst/>
            <a:cxnLst/>
            <a:pathLst>
              <a:path w="1600053" h="5606764">
                <a:moveTo>
                  <a:pt x="1578325" y="0"/>
                </a:moveTo>
                <a:lnTo>
                  <a:pt x="0" y="5606764"/>
                </a:lnTo>
                <a:lnTo>
                  <a:pt x="60290" y="5543882"/>
                </a:lnTo>
                <a:lnTo>
                  <a:pt x="1600053" y="74105"/>
                </a:lnTo>
                <a:close/>
              </a:path>
            </a:pathLst>
          </a:custGeom>
          <a:gradFill>
            <a:gsLst>
              <a:gs pos="0">
                <a:srgbClr val="02A8D4">
                  <a:alpha val="4000"/>
                </a:srgbClr>
              </a:gs>
              <a:gs pos="8000">
                <a:srgbClr val="02A8D4">
                  <a:alpha val="70000"/>
                </a:srgbClr>
              </a:gs>
              <a:gs pos="28000">
                <a:srgbClr val="02A8D4"/>
              </a:gs>
              <a:gs pos="88000">
                <a:srgbClr val="02A8D4"/>
              </a:gs>
              <a:gs pos="100000">
                <a:srgbClr val="02A8D4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8" name="editable-brand-triangle#10"/>
          <p:cNvSpPr>
            <a:spLocks noGrp="1"/>
          </p:cNvSpPr>
          <p:nvPr/>
        </p:nvSpPr>
        <p:spPr>
          <a:xfrm>
            <a:off x="33423781" y="2196710"/>
            <a:ext cx="4393096" cy="15391576"/>
          </a:xfrm>
          <a:custGeom>
            <a:avLst/>
            <a:gdLst/>
            <a:ahLst/>
            <a:cxnLst/>
            <a:pathLst>
              <a:path w="1565927" h="5485537">
                <a:moveTo>
                  <a:pt x="1544199" y="0"/>
                </a:moveTo>
                <a:lnTo>
                  <a:pt x="0" y="5485537"/>
                </a:lnTo>
                <a:lnTo>
                  <a:pt x="60290" y="5422655"/>
                </a:lnTo>
                <a:lnTo>
                  <a:pt x="1565927" y="74105"/>
                </a:lnTo>
                <a:close/>
              </a:path>
            </a:pathLst>
          </a:custGeom>
          <a:gradFill>
            <a:gsLst>
              <a:gs pos="0">
                <a:srgbClr val="15C1E5">
                  <a:alpha val="4000"/>
                </a:srgbClr>
              </a:gs>
              <a:gs pos="8000">
                <a:srgbClr val="15C1E5">
                  <a:alpha val="70000"/>
                </a:srgbClr>
              </a:gs>
              <a:gs pos="28000">
                <a:srgbClr val="15C1E5"/>
              </a:gs>
              <a:gs pos="88000">
                <a:srgbClr val="15C1E5"/>
              </a:gs>
              <a:gs pos="100000">
                <a:srgbClr val="15C1E5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9" name="editable-brand-triangle#11"/>
          <p:cNvSpPr>
            <a:spLocks noGrp="1"/>
          </p:cNvSpPr>
          <p:nvPr/>
        </p:nvSpPr>
        <p:spPr>
          <a:xfrm>
            <a:off x="33573462" y="2380715"/>
            <a:ext cx="4297359" cy="15051432"/>
          </a:xfrm>
          <a:custGeom>
            <a:avLst/>
            <a:gdLst/>
            <a:ahLst/>
            <a:cxnLst/>
            <a:pathLst>
              <a:path w="1531802" h="5364310">
                <a:moveTo>
                  <a:pt x="1510074" y="0"/>
                </a:moveTo>
                <a:lnTo>
                  <a:pt x="0" y="5364310"/>
                </a:lnTo>
                <a:lnTo>
                  <a:pt x="60290" y="5301429"/>
                </a:lnTo>
                <a:lnTo>
                  <a:pt x="1531802" y="74105"/>
                </a:lnTo>
                <a:close/>
              </a:path>
            </a:pathLst>
          </a:custGeom>
          <a:gradFill>
            <a:gsLst>
              <a:gs pos="0">
                <a:srgbClr val="44CBE4">
                  <a:alpha val="4000"/>
                </a:srgbClr>
              </a:gs>
              <a:gs pos="8000">
                <a:srgbClr val="44CBE4">
                  <a:alpha val="70000"/>
                </a:srgbClr>
              </a:gs>
              <a:gs pos="28000">
                <a:srgbClr val="44CBE4"/>
              </a:gs>
              <a:gs pos="88000">
                <a:srgbClr val="44CBE4"/>
              </a:gs>
              <a:gs pos="100000">
                <a:srgbClr val="44CBE4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0" name="editable-brand-triangle#12"/>
          <p:cNvSpPr>
            <a:spLocks noGrp="1"/>
          </p:cNvSpPr>
          <p:nvPr/>
        </p:nvSpPr>
        <p:spPr>
          <a:xfrm>
            <a:off x="33723143" y="2564721"/>
            <a:ext cx="4201621" cy="14711288"/>
          </a:xfrm>
          <a:custGeom>
            <a:avLst/>
            <a:gdLst/>
            <a:ahLst/>
            <a:cxnLst/>
            <a:pathLst>
              <a:path w="1497676" h="5243084">
                <a:moveTo>
                  <a:pt x="1475948" y="0"/>
                </a:moveTo>
                <a:lnTo>
                  <a:pt x="0" y="5243084"/>
                </a:lnTo>
                <a:lnTo>
                  <a:pt x="60290" y="5180202"/>
                </a:lnTo>
                <a:lnTo>
                  <a:pt x="1497676" y="74105"/>
                </a:lnTo>
                <a:close/>
              </a:path>
            </a:pathLst>
          </a:custGeom>
          <a:gradFill>
            <a:gsLst>
              <a:gs pos="0">
                <a:srgbClr val="73D6E2">
                  <a:alpha val="4000"/>
                </a:srgbClr>
              </a:gs>
              <a:gs pos="8000">
                <a:srgbClr val="73D6E2">
                  <a:alpha val="70000"/>
                </a:srgbClr>
              </a:gs>
              <a:gs pos="28000">
                <a:srgbClr val="73D6E2"/>
              </a:gs>
              <a:gs pos="88000">
                <a:srgbClr val="73D6E2"/>
              </a:gs>
              <a:gs pos="100000">
                <a:srgbClr val="73D6E2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1" name="editable-brand-triangle#13"/>
          <p:cNvSpPr>
            <a:spLocks noGrp="1"/>
          </p:cNvSpPr>
          <p:nvPr/>
        </p:nvSpPr>
        <p:spPr>
          <a:xfrm>
            <a:off x="33872824" y="2748726"/>
            <a:ext cx="4105884" cy="14371144"/>
          </a:xfrm>
          <a:custGeom>
            <a:avLst/>
            <a:gdLst/>
            <a:ahLst/>
            <a:cxnLst/>
            <a:pathLst>
              <a:path w="1463550" h="5121857">
                <a:moveTo>
                  <a:pt x="1441822" y="0"/>
                </a:moveTo>
                <a:lnTo>
                  <a:pt x="0" y="5121857"/>
                </a:lnTo>
                <a:lnTo>
                  <a:pt x="60290" y="5058975"/>
                </a:lnTo>
                <a:lnTo>
                  <a:pt x="1463550" y="74105"/>
                </a:lnTo>
                <a:close/>
              </a:path>
            </a:pathLst>
          </a:custGeom>
          <a:gradFill>
            <a:gsLst>
              <a:gs pos="0">
                <a:srgbClr val="A0E0E0">
                  <a:alpha val="4000"/>
                </a:srgbClr>
              </a:gs>
              <a:gs pos="8000">
                <a:srgbClr val="A0E0E0">
                  <a:alpha val="70000"/>
                </a:srgbClr>
              </a:gs>
              <a:gs pos="28000">
                <a:srgbClr val="A0E0E0"/>
              </a:gs>
              <a:gs pos="88000">
                <a:srgbClr val="A0E0E0"/>
              </a:gs>
              <a:gs pos="100000">
                <a:srgbClr val="A0E0E0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2" name="editable-brand-triangle#14"/>
          <p:cNvSpPr>
            <a:spLocks noGrp="1"/>
          </p:cNvSpPr>
          <p:nvPr/>
        </p:nvSpPr>
        <p:spPr>
          <a:xfrm>
            <a:off x="34022506" y="2932731"/>
            <a:ext cx="4010146" cy="14031000"/>
          </a:xfrm>
          <a:custGeom>
            <a:avLst/>
            <a:gdLst/>
            <a:ahLst/>
            <a:cxnLst/>
            <a:pathLst>
              <a:path w="1429424" h="5000630">
                <a:moveTo>
                  <a:pt x="1407696" y="0"/>
                </a:moveTo>
                <a:lnTo>
                  <a:pt x="0" y="5000630"/>
                </a:lnTo>
                <a:lnTo>
                  <a:pt x="60290" y="4937748"/>
                </a:lnTo>
                <a:lnTo>
                  <a:pt x="1429424" y="74105"/>
                </a:lnTo>
                <a:close/>
              </a:path>
            </a:pathLst>
          </a:custGeom>
          <a:gradFill>
            <a:gsLst>
              <a:gs pos="0">
                <a:srgbClr val="BEE7D9">
                  <a:alpha val="4000"/>
                </a:srgbClr>
              </a:gs>
              <a:gs pos="8000">
                <a:srgbClr val="BEE7D9">
                  <a:alpha val="70000"/>
                </a:srgbClr>
              </a:gs>
              <a:gs pos="28000">
                <a:srgbClr val="BEE7D9"/>
              </a:gs>
              <a:gs pos="88000">
                <a:srgbClr val="BEE7D9"/>
              </a:gs>
              <a:gs pos="100000">
                <a:srgbClr val="BEE7D9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3" name="editable-brand-triangle#15"/>
          <p:cNvSpPr>
            <a:spLocks noGrp="1"/>
          </p:cNvSpPr>
          <p:nvPr/>
        </p:nvSpPr>
        <p:spPr>
          <a:xfrm>
            <a:off x="34172187" y="3116736"/>
            <a:ext cx="3914409" cy="13690856"/>
          </a:xfrm>
          <a:custGeom>
            <a:avLst/>
            <a:gdLst/>
            <a:ahLst/>
            <a:cxnLst/>
            <a:pathLst>
              <a:path w="1395298" h="4879403">
                <a:moveTo>
                  <a:pt x="1373570" y="0"/>
                </a:moveTo>
                <a:lnTo>
                  <a:pt x="0" y="4879403"/>
                </a:lnTo>
                <a:lnTo>
                  <a:pt x="60290" y="4816521"/>
                </a:lnTo>
                <a:lnTo>
                  <a:pt x="1395298" y="74105"/>
                </a:lnTo>
                <a:close/>
              </a:path>
            </a:pathLst>
          </a:custGeom>
          <a:gradFill>
            <a:gsLst>
              <a:gs pos="0">
                <a:srgbClr val="DBEED1">
                  <a:alpha val="4000"/>
                </a:srgbClr>
              </a:gs>
              <a:gs pos="8000">
                <a:srgbClr val="DBEED1">
                  <a:alpha val="70000"/>
                </a:srgbClr>
              </a:gs>
              <a:gs pos="28000">
                <a:srgbClr val="DBEED1"/>
              </a:gs>
              <a:gs pos="88000">
                <a:srgbClr val="DBEED1"/>
              </a:gs>
              <a:gs pos="100000">
                <a:srgbClr val="DBEED1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4" name="editable-brand-triangle#16"/>
          <p:cNvSpPr>
            <a:spLocks noGrp="1"/>
          </p:cNvSpPr>
          <p:nvPr/>
        </p:nvSpPr>
        <p:spPr>
          <a:xfrm>
            <a:off x="34321868" y="3300742"/>
            <a:ext cx="3818671" cy="13350712"/>
          </a:xfrm>
          <a:custGeom>
            <a:avLst/>
            <a:gdLst/>
            <a:ahLst/>
            <a:cxnLst/>
            <a:pathLst>
              <a:path w="1361172" h="4758176">
                <a:moveTo>
                  <a:pt x="1339445" y="0"/>
                </a:moveTo>
                <a:lnTo>
                  <a:pt x="0" y="4758176"/>
                </a:lnTo>
                <a:lnTo>
                  <a:pt x="60290" y="4695294"/>
                </a:lnTo>
                <a:lnTo>
                  <a:pt x="1361172" y="74105"/>
                </a:lnTo>
                <a:close/>
              </a:path>
            </a:pathLst>
          </a:custGeom>
          <a:gradFill>
            <a:gsLst>
              <a:gs pos="0">
                <a:srgbClr val="F9F5CA">
                  <a:alpha val="4000"/>
                </a:srgbClr>
              </a:gs>
              <a:gs pos="8000">
                <a:srgbClr val="F9F5CA">
                  <a:alpha val="70000"/>
                </a:srgbClr>
              </a:gs>
              <a:gs pos="28000">
                <a:srgbClr val="F9F5CA"/>
              </a:gs>
              <a:gs pos="88000">
                <a:srgbClr val="F9F5CA"/>
              </a:gs>
              <a:gs pos="100000">
                <a:srgbClr val="F9F5CA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5" name="editable-brand-triangle#17"/>
          <p:cNvSpPr>
            <a:spLocks noGrp="1"/>
          </p:cNvSpPr>
          <p:nvPr/>
        </p:nvSpPr>
        <p:spPr>
          <a:xfrm>
            <a:off x="34471549" y="3484747"/>
            <a:ext cx="3722934" cy="13010568"/>
          </a:xfrm>
          <a:custGeom>
            <a:avLst/>
            <a:gdLst/>
            <a:ahLst/>
            <a:cxnLst/>
            <a:pathLst>
              <a:path w="1327047" h="4636949">
                <a:moveTo>
                  <a:pt x="1305319" y="0"/>
                </a:moveTo>
                <a:lnTo>
                  <a:pt x="0" y="4636949"/>
                </a:lnTo>
                <a:lnTo>
                  <a:pt x="60290" y="4574068"/>
                </a:lnTo>
                <a:lnTo>
                  <a:pt x="1327047" y="74105"/>
                </a:lnTo>
                <a:close/>
              </a:path>
            </a:pathLst>
          </a:custGeom>
          <a:gradFill>
            <a:gsLst>
              <a:gs pos="0">
                <a:srgbClr val="F6E0A5">
                  <a:alpha val="4000"/>
                </a:srgbClr>
              </a:gs>
              <a:gs pos="8000">
                <a:srgbClr val="F6E0A5">
                  <a:alpha val="70000"/>
                </a:srgbClr>
              </a:gs>
              <a:gs pos="28000">
                <a:srgbClr val="F6E0A5"/>
              </a:gs>
              <a:gs pos="88000">
                <a:srgbClr val="F6E0A5"/>
              </a:gs>
              <a:gs pos="100000">
                <a:srgbClr val="F6E0A5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6" name="editable-brand-triangle#18"/>
          <p:cNvSpPr>
            <a:spLocks noGrp="1"/>
          </p:cNvSpPr>
          <p:nvPr/>
        </p:nvSpPr>
        <p:spPr>
          <a:xfrm>
            <a:off x="34621230" y="3668752"/>
            <a:ext cx="3627196" cy="12670425"/>
          </a:xfrm>
          <a:custGeom>
            <a:avLst/>
            <a:gdLst/>
            <a:ahLst/>
            <a:cxnLst/>
            <a:pathLst>
              <a:path w="1292921" h="4515723">
                <a:moveTo>
                  <a:pt x="1271193" y="0"/>
                </a:moveTo>
                <a:lnTo>
                  <a:pt x="0" y="4515723"/>
                </a:lnTo>
                <a:lnTo>
                  <a:pt x="60290" y="4452841"/>
                </a:lnTo>
                <a:lnTo>
                  <a:pt x="1292921" y="74105"/>
                </a:lnTo>
                <a:close/>
              </a:path>
            </a:pathLst>
          </a:custGeom>
          <a:gradFill>
            <a:gsLst>
              <a:gs pos="0">
                <a:srgbClr val="EAC478">
                  <a:alpha val="4000"/>
                </a:srgbClr>
              </a:gs>
              <a:gs pos="8000">
                <a:srgbClr val="EAC478">
                  <a:alpha val="70000"/>
                </a:srgbClr>
              </a:gs>
              <a:gs pos="28000">
                <a:srgbClr val="EAC478"/>
              </a:gs>
              <a:gs pos="88000">
                <a:srgbClr val="EAC478"/>
              </a:gs>
              <a:gs pos="100000">
                <a:srgbClr val="EAC478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7" name="editable-brand-triangle#19"/>
          <p:cNvSpPr>
            <a:spLocks noGrp="1"/>
          </p:cNvSpPr>
          <p:nvPr/>
        </p:nvSpPr>
        <p:spPr>
          <a:xfrm>
            <a:off x="34770911" y="3852757"/>
            <a:ext cx="3531459" cy="12330281"/>
          </a:xfrm>
          <a:custGeom>
            <a:avLst/>
            <a:gdLst/>
            <a:ahLst/>
            <a:cxnLst/>
            <a:pathLst>
              <a:path w="1258795" h="4394496">
                <a:moveTo>
                  <a:pt x="1237067" y="0"/>
                </a:moveTo>
                <a:lnTo>
                  <a:pt x="0" y="4394496"/>
                </a:lnTo>
                <a:lnTo>
                  <a:pt x="60290" y="4331614"/>
                </a:lnTo>
                <a:lnTo>
                  <a:pt x="1258795" y="74105"/>
                </a:lnTo>
                <a:close/>
              </a:path>
            </a:pathLst>
          </a:custGeom>
          <a:gradFill>
            <a:gsLst>
              <a:gs pos="0">
                <a:srgbClr val="DEA94C">
                  <a:alpha val="4000"/>
                </a:srgbClr>
              </a:gs>
              <a:gs pos="8000">
                <a:srgbClr val="DEA94C">
                  <a:alpha val="70000"/>
                </a:srgbClr>
              </a:gs>
              <a:gs pos="28000">
                <a:srgbClr val="DEA94C"/>
              </a:gs>
              <a:gs pos="88000">
                <a:srgbClr val="DEA94C"/>
              </a:gs>
              <a:gs pos="100000">
                <a:srgbClr val="DEA94C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8" name="editable-brand-triangle#20"/>
          <p:cNvSpPr>
            <a:spLocks noGrp="1"/>
          </p:cNvSpPr>
          <p:nvPr/>
        </p:nvSpPr>
        <p:spPr>
          <a:xfrm>
            <a:off x="34920592" y="4036763"/>
            <a:ext cx="3435721" cy="11990137"/>
          </a:xfrm>
          <a:custGeom>
            <a:avLst/>
            <a:gdLst/>
            <a:ahLst/>
            <a:cxnLst/>
            <a:pathLst>
              <a:path w="1224669" h="4273269">
                <a:moveTo>
                  <a:pt x="1202941" y="0"/>
                </a:moveTo>
                <a:lnTo>
                  <a:pt x="0" y="4273269"/>
                </a:lnTo>
                <a:lnTo>
                  <a:pt x="60290" y="4210387"/>
                </a:lnTo>
                <a:lnTo>
                  <a:pt x="1224669" y="74105"/>
                </a:lnTo>
                <a:close/>
              </a:path>
            </a:pathLst>
          </a:custGeom>
          <a:gradFill>
            <a:gsLst>
              <a:gs pos="0">
                <a:srgbClr val="BF9043">
                  <a:alpha val="4000"/>
                </a:srgbClr>
              </a:gs>
              <a:gs pos="8000">
                <a:srgbClr val="BF9043">
                  <a:alpha val="70000"/>
                </a:srgbClr>
              </a:gs>
              <a:gs pos="28000">
                <a:srgbClr val="BF9043"/>
              </a:gs>
              <a:gs pos="88000">
                <a:srgbClr val="BF9043"/>
              </a:gs>
              <a:gs pos="100000">
                <a:srgbClr val="BF9043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19" name="editable-brand-triangle#21"/>
          <p:cNvSpPr>
            <a:spLocks noGrp="1"/>
          </p:cNvSpPr>
          <p:nvPr/>
        </p:nvSpPr>
        <p:spPr>
          <a:xfrm>
            <a:off x="35070273" y="4220768"/>
            <a:ext cx="3339984" cy="11649993"/>
          </a:xfrm>
          <a:custGeom>
            <a:avLst/>
            <a:gdLst/>
            <a:ahLst/>
            <a:cxnLst/>
            <a:pathLst>
              <a:path w="1190543" h="4152042">
                <a:moveTo>
                  <a:pt x="1168815" y="0"/>
                </a:moveTo>
                <a:lnTo>
                  <a:pt x="0" y="4152042"/>
                </a:lnTo>
                <a:lnTo>
                  <a:pt x="60290" y="4089160"/>
                </a:lnTo>
                <a:lnTo>
                  <a:pt x="1190543" y="74105"/>
                </a:lnTo>
                <a:close/>
              </a:path>
            </a:pathLst>
          </a:custGeom>
          <a:gradFill>
            <a:gsLst>
              <a:gs pos="0">
                <a:srgbClr val="8C7A5E">
                  <a:alpha val="4000"/>
                </a:srgbClr>
              </a:gs>
              <a:gs pos="8000">
                <a:srgbClr val="8C7A5E">
                  <a:alpha val="70000"/>
                </a:srgbClr>
              </a:gs>
              <a:gs pos="28000">
                <a:srgbClr val="8C7A5E"/>
              </a:gs>
              <a:gs pos="88000">
                <a:srgbClr val="8C7A5E"/>
              </a:gs>
              <a:gs pos="100000">
                <a:srgbClr val="8C7A5E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0" name="editable-brand-triangle#22"/>
          <p:cNvSpPr>
            <a:spLocks noGrp="1"/>
          </p:cNvSpPr>
          <p:nvPr/>
        </p:nvSpPr>
        <p:spPr>
          <a:xfrm>
            <a:off x="35219954" y="4404773"/>
            <a:ext cx="3244246" cy="11309849"/>
          </a:xfrm>
          <a:custGeom>
            <a:avLst/>
            <a:gdLst/>
            <a:ahLst/>
            <a:cxnLst/>
            <a:pathLst>
              <a:path w="1156418" h="4030815">
                <a:moveTo>
                  <a:pt x="1134690" y="0"/>
                </a:moveTo>
                <a:lnTo>
                  <a:pt x="0" y="4030815"/>
                </a:lnTo>
                <a:lnTo>
                  <a:pt x="60290" y="3967934"/>
                </a:lnTo>
                <a:lnTo>
                  <a:pt x="1156418" y="74105"/>
                </a:lnTo>
                <a:close/>
              </a:path>
            </a:pathLst>
          </a:custGeom>
          <a:gradFill>
            <a:gsLst>
              <a:gs pos="0">
                <a:srgbClr val="596479">
                  <a:alpha val="4000"/>
                </a:srgbClr>
              </a:gs>
              <a:gs pos="8000">
                <a:srgbClr val="596479">
                  <a:alpha val="70000"/>
                </a:srgbClr>
              </a:gs>
              <a:gs pos="28000">
                <a:srgbClr val="596479"/>
              </a:gs>
              <a:gs pos="88000">
                <a:srgbClr val="596479"/>
              </a:gs>
              <a:gs pos="100000">
                <a:srgbClr val="596479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1" name="editable-brand-triangle#23"/>
          <p:cNvSpPr>
            <a:spLocks noGrp="1"/>
          </p:cNvSpPr>
          <p:nvPr/>
        </p:nvSpPr>
        <p:spPr>
          <a:xfrm>
            <a:off x="35369635" y="4588778"/>
            <a:ext cx="3148509" cy="10969705"/>
          </a:xfrm>
          <a:custGeom>
            <a:avLst/>
            <a:gdLst/>
            <a:ahLst/>
            <a:cxnLst/>
            <a:pathLst>
              <a:path w="1122292" h="3909588">
                <a:moveTo>
                  <a:pt x="1100564" y="0"/>
                </a:moveTo>
                <a:lnTo>
                  <a:pt x="0" y="3909588"/>
                </a:lnTo>
                <a:lnTo>
                  <a:pt x="60290" y="3846707"/>
                </a:lnTo>
                <a:lnTo>
                  <a:pt x="1122292" y="74105"/>
                </a:lnTo>
                <a:close/>
              </a:path>
            </a:pathLst>
          </a:custGeom>
          <a:gradFill>
            <a:gsLst>
              <a:gs pos="0">
                <a:srgbClr val="2E508C">
                  <a:alpha val="4000"/>
                </a:srgbClr>
              </a:gs>
              <a:gs pos="8000">
                <a:srgbClr val="2E508C">
                  <a:alpha val="70000"/>
                </a:srgbClr>
              </a:gs>
              <a:gs pos="28000">
                <a:srgbClr val="2E508C"/>
              </a:gs>
              <a:gs pos="88000">
                <a:srgbClr val="2E508C"/>
              </a:gs>
              <a:gs pos="100000">
                <a:srgbClr val="2E508C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2" name="editable-brand-triangle#24"/>
          <p:cNvSpPr>
            <a:spLocks noGrp="1"/>
          </p:cNvSpPr>
          <p:nvPr/>
        </p:nvSpPr>
        <p:spPr>
          <a:xfrm>
            <a:off x="35519317" y="4772784"/>
            <a:ext cx="3052771" cy="10629561"/>
          </a:xfrm>
          <a:custGeom>
            <a:avLst/>
            <a:gdLst/>
            <a:ahLst/>
            <a:cxnLst/>
            <a:pathLst>
              <a:path w="1088166" h="3788362">
                <a:moveTo>
                  <a:pt x="1066438" y="0"/>
                </a:moveTo>
                <a:lnTo>
                  <a:pt x="0" y="3788362"/>
                </a:lnTo>
                <a:lnTo>
                  <a:pt x="60290" y="3725480"/>
                </a:lnTo>
                <a:lnTo>
                  <a:pt x="1088166" y="74105"/>
                </a:lnTo>
                <a:close/>
              </a:path>
            </a:pathLst>
          </a:custGeom>
          <a:gradFill>
            <a:gsLst>
              <a:gs pos="0">
                <a:srgbClr val="25467F">
                  <a:alpha val="4000"/>
                </a:srgbClr>
              </a:gs>
              <a:gs pos="8000">
                <a:srgbClr val="25467F">
                  <a:alpha val="70000"/>
                </a:srgbClr>
              </a:gs>
              <a:gs pos="28000">
                <a:srgbClr val="25467F"/>
              </a:gs>
              <a:gs pos="88000">
                <a:srgbClr val="25467F"/>
              </a:gs>
              <a:gs pos="100000">
                <a:srgbClr val="25467F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3" name="editable-brand-triangle#25"/>
          <p:cNvSpPr>
            <a:spLocks noGrp="1"/>
          </p:cNvSpPr>
          <p:nvPr/>
        </p:nvSpPr>
        <p:spPr>
          <a:xfrm>
            <a:off x="35668998" y="4956789"/>
            <a:ext cx="2957034" cy="10289417"/>
          </a:xfrm>
          <a:custGeom>
            <a:avLst/>
            <a:gdLst/>
            <a:ahLst/>
            <a:cxnLst/>
            <a:pathLst>
              <a:path w="1054040" h="3667135">
                <a:moveTo>
                  <a:pt x="1032312" y="0"/>
                </a:moveTo>
                <a:lnTo>
                  <a:pt x="0" y="3667135"/>
                </a:lnTo>
                <a:lnTo>
                  <a:pt x="60290" y="3604253"/>
                </a:lnTo>
                <a:lnTo>
                  <a:pt x="1054040" y="74105"/>
                </a:lnTo>
                <a:close/>
              </a:path>
            </a:pathLst>
          </a:custGeom>
          <a:gradFill>
            <a:gsLst>
              <a:gs pos="0">
                <a:srgbClr val="1C3B72">
                  <a:alpha val="4000"/>
                </a:srgbClr>
              </a:gs>
              <a:gs pos="8000">
                <a:srgbClr val="1C3B72">
                  <a:alpha val="70000"/>
                </a:srgbClr>
              </a:gs>
              <a:gs pos="28000">
                <a:srgbClr val="1C3B72"/>
              </a:gs>
              <a:gs pos="88000">
                <a:srgbClr val="1C3B72"/>
              </a:gs>
              <a:gs pos="100000">
                <a:srgbClr val="1C3B72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4" name="editable-brand-triangle#26"/>
          <p:cNvSpPr>
            <a:spLocks noGrp="1"/>
          </p:cNvSpPr>
          <p:nvPr/>
        </p:nvSpPr>
        <p:spPr>
          <a:xfrm>
            <a:off x="35818679" y="5140794"/>
            <a:ext cx="2861296" cy="9949274"/>
          </a:xfrm>
          <a:custGeom>
            <a:avLst/>
            <a:gdLst/>
            <a:ahLst/>
            <a:cxnLst/>
            <a:pathLst>
              <a:path w="1019914" h="3545908">
                <a:moveTo>
                  <a:pt x="998186" y="0"/>
                </a:moveTo>
                <a:lnTo>
                  <a:pt x="0" y="3545908"/>
                </a:lnTo>
                <a:lnTo>
                  <a:pt x="60290" y="3483026"/>
                </a:lnTo>
                <a:lnTo>
                  <a:pt x="1019914" y="74105"/>
                </a:lnTo>
                <a:close/>
              </a:path>
            </a:pathLst>
          </a:custGeom>
          <a:gradFill>
            <a:gsLst>
              <a:gs pos="0">
                <a:srgbClr val="133165">
                  <a:alpha val="4000"/>
                </a:srgbClr>
              </a:gs>
              <a:gs pos="8000">
                <a:srgbClr val="133165">
                  <a:alpha val="70000"/>
                </a:srgbClr>
              </a:gs>
              <a:gs pos="28000">
                <a:srgbClr val="133165"/>
              </a:gs>
              <a:gs pos="88000">
                <a:srgbClr val="133165"/>
              </a:gs>
              <a:gs pos="100000">
                <a:srgbClr val="133165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5" name="editable-brand-triangle#27"/>
          <p:cNvSpPr>
            <a:spLocks noGrp="1"/>
          </p:cNvSpPr>
          <p:nvPr/>
        </p:nvSpPr>
        <p:spPr>
          <a:xfrm>
            <a:off x="35968360" y="5324799"/>
            <a:ext cx="2765559" cy="9609130"/>
          </a:xfrm>
          <a:custGeom>
            <a:avLst/>
            <a:gdLst/>
            <a:ahLst/>
            <a:cxnLst/>
            <a:pathLst>
              <a:path w="985789" h="3424681">
                <a:moveTo>
                  <a:pt x="964061" y="0"/>
                </a:moveTo>
                <a:lnTo>
                  <a:pt x="0" y="3424681"/>
                </a:lnTo>
                <a:lnTo>
                  <a:pt x="60290" y="3361799"/>
                </a:lnTo>
                <a:lnTo>
                  <a:pt x="985789" y="74105"/>
                </a:lnTo>
                <a:close/>
              </a:path>
            </a:pathLst>
          </a:custGeom>
          <a:gradFill>
            <a:gsLst>
              <a:gs pos="0">
                <a:srgbClr val="125583">
                  <a:alpha val="4000"/>
                </a:srgbClr>
              </a:gs>
              <a:gs pos="8000">
                <a:srgbClr val="125583">
                  <a:alpha val="70000"/>
                </a:srgbClr>
              </a:gs>
              <a:gs pos="28000">
                <a:srgbClr val="125583"/>
              </a:gs>
              <a:gs pos="88000">
                <a:srgbClr val="125583"/>
              </a:gs>
              <a:gs pos="100000">
                <a:srgbClr val="125583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6" name="editable-brand-triangle#28"/>
          <p:cNvSpPr>
            <a:spLocks noGrp="1"/>
          </p:cNvSpPr>
          <p:nvPr/>
        </p:nvSpPr>
        <p:spPr>
          <a:xfrm>
            <a:off x="36118041" y="5508805"/>
            <a:ext cx="2669821" cy="9268986"/>
          </a:xfrm>
          <a:custGeom>
            <a:avLst/>
            <a:gdLst/>
            <a:ahLst/>
            <a:cxnLst/>
            <a:pathLst>
              <a:path w="951663" h="3303454">
                <a:moveTo>
                  <a:pt x="929935" y="0"/>
                </a:moveTo>
                <a:lnTo>
                  <a:pt x="0" y="3303454"/>
                </a:lnTo>
                <a:lnTo>
                  <a:pt x="60290" y="3240573"/>
                </a:lnTo>
                <a:lnTo>
                  <a:pt x="951663" y="74105"/>
                </a:lnTo>
                <a:close/>
              </a:path>
            </a:pathLst>
          </a:custGeom>
          <a:gradFill>
            <a:gsLst>
              <a:gs pos="0">
                <a:srgbClr val="127DA5">
                  <a:alpha val="4000"/>
                </a:srgbClr>
              </a:gs>
              <a:gs pos="8000">
                <a:srgbClr val="127DA5">
                  <a:alpha val="70000"/>
                </a:srgbClr>
              </a:gs>
              <a:gs pos="28000">
                <a:srgbClr val="127DA5"/>
              </a:gs>
              <a:gs pos="88000">
                <a:srgbClr val="127DA5"/>
              </a:gs>
              <a:gs pos="100000">
                <a:srgbClr val="127DA5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7" name="editable-brand-triangle#29"/>
          <p:cNvSpPr>
            <a:spLocks noGrp="1"/>
          </p:cNvSpPr>
          <p:nvPr/>
        </p:nvSpPr>
        <p:spPr>
          <a:xfrm>
            <a:off x="36267722" y="5692810"/>
            <a:ext cx="2574084" cy="8928842"/>
          </a:xfrm>
          <a:custGeom>
            <a:avLst/>
            <a:gdLst/>
            <a:ahLst/>
            <a:cxnLst/>
            <a:pathLst>
              <a:path w="917537" h="3182228">
                <a:moveTo>
                  <a:pt x="895809" y="0"/>
                </a:moveTo>
                <a:lnTo>
                  <a:pt x="0" y="3182228"/>
                </a:lnTo>
                <a:lnTo>
                  <a:pt x="60290" y="3119346"/>
                </a:lnTo>
                <a:lnTo>
                  <a:pt x="917537" y="74105"/>
                </a:lnTo>
                <a:close/>
              </a:path>
            </a:pathLst>
          </a:custGeom>
          <a:gradFill>
            <a:gsLst>
              <a:gs pos="0">
                <a:srgbClr val="12A6C7">
                  <a:alpha val="4000"/>
                </a:srgbClr>
              </a:gs>
              <a:gs pos="8000">
                <a:srgbClr val="12A6C7">
                  <a:alpha val="70000"/>
                </a:srgbClr>
              </a:gs>
              <a:gs pos="28000">
                <a:srgbClr val="12A6C7"/>
              </a:gs>
              <a:gs pos="88000">
                <a:srgbClr val="12A6C7"/>
              </a:gs>
              <a:gs pos="100000">
                <a:srgbClr val="12A6C7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8" name="editable-brand-triangle#30"/>
          <p:cNvSpPr>
            <a:spLocks noGrp="1"/>
          </p:cNvSpPr>
          <p:nvPr/>
        </p:nvSpPr>
        <p:spPr>
          <a:xfrm>
            <a:off x="36417403" y="5876815"/>
            <a:ext cx="2478346" cy="8588698"/>
          </a:xfrm>
          <a:custGeom>
            <a:avLst/>
            <a:gdLst/>
            <a:ahLst/>
            <a:cxnLst/>
            <a:pathLst>
              <a:path w="883411" h="3061001">
                <a:moveTo>
                  <a:pt x="861683" y="0"/>
                </a:moveTo>
                <a:lnTo>
                  <a:pt x="0" y="3061001"/>
                </a:lnTo>
                <a:lnTo>
                  <a:pt x="60290" y="2998119"/>
                </a:lnTo>
                <a:lnTo>
                  <a:pt x="883411" y="74105"/>
                </a:lnTo>
                <a:close/>
              </a:path>
            </a:pathLst>
          </a:custGeom>
          <a:gradFill>
            <a:gsLst>
              <a:gs pos="0">
                <a:srgbClr val="33C0D8">
                  <a:alpha val="4000"/>
                </a:srgbClr>
              </a:gs>
              <a:gs pos="8000">
                <a:srgbClr val="33C0D8">
                  <a:alpha val="70000"/>
                </a:srgbClr>
              </a:gs>
              <a:gs pos="28000">
                <a:srgbClr val="33C0D8"/>
              </a:gs>
              <a:gs pos="88000">
                <a:srgbClr val="33C0D8"/>
              </a:gs>
              <a:gs pos="100000">
                <a:srgbClr val="33C0D8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29" name="editable-brand-triangle#31"/>
          <p:cNvSpPr>
            <a:spLocks noGrp="1"/>
          </p:cNvSpPr>
          <p:nvPr/>
        </p:nvSpPr>
        <p:spPr>
          <a:xfrm>
            <a:off x="36567084" y="6060820"/>
            <a:ext cx="2382609" cy="8248554"/>
          </a:xfrm>
          <a:custGeom>
            <a:avLst/>
            <a:gdLst/>
            <a:ahLst/>
            <a:cxnLst/>
            <a:pathLst>
              <a:path w="849285" h="2939774">
                <a:moveTo>
                  <a:pt x="827557" y="0"/>
                </a:moveTo>
                <a:lnTo>
                  <a:pt x="0" y="2939774"/>
                </a:lnTo>
                <a:lnTo>
                  <a:pt x="60290" y="2876892"/>
                </a:lnTo>
                <a:lnTo>
                  <a:pt x="849285" y="74105"/>
                </a:lnTo>
                <a:close/>
              </a:path>
            </a:pathLst>
          </a:custGeom>
          <a:gradFill>
            <a:gsLst>
              <a:gs pos="0">
                <a:srgbClr val="69D1DE">
                  <a:alpha val="4000"/>
                </a:srgbClr>
              </a:gs>
              <a:gs pos="8000">
                <a:srgbClr val="69D1DE">
                  <a:alpha val="70000"/>
                </a:srgbClr>
              </a:gs>
              <a:gs pos="28000">
                <a:srgbClr val="69D1DE"/>
              </a:gs>
              <a:gs pos="88000">
                <a:srgbClr val="69D1DE"/>
              </a:gs>
              <a:gs pos="100000">
                <a:srgbClr val="69D1DE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0" name="editable-brand-triangle#32"/>
          <p:cNvSpPr>
            <a:spLocks noGrp="1"/>
          </p:cNvSpPr>
          <p:nvPr/>
        </p:nvSpPr>
        <p:spPr>
          <a:xfrm>
            <a:off x="36716765" y="6244826"/>
            <a:ext cx="2286871" cy="7908410"/>
          </a:xfrm>
          <a:custGeom>
            <a:avLst/>
            <a:gdLst/>
            <a:ahLst/>
            <a:cxnLst/>
            <a:pathLst>
              <a:path w="815160" h="2818547">
                <a:moveTo>
                  <a:pt x="793432" y="0"/>
                </a:moveTo>
                <a:lnTo>
                  <a:pt x="0" y="2818547"/>
                </a:lnTo>
                <a:lnTo>
                  <a:pt x="60290" y="2755665"/>
                </a:lnTo>
                <a:lnTo>
                  <a:pt x="815160" y="74105"/>
                </a:lnTo>
                <a:close/>
              </a:path>
            </a:pathLst>
          </a:custGeom>
          <a:gradFill>
            <a:gsLst>
              <a:gs pos="0">
                <a:srgbClr val="9FE2E3">
                  <a:alpha val="4000"/>
                </a:srgbClr>
              </a:gs>
              <a:gs pos="8000">
                <a:srgbClr val="9FE2E3">
                  <a:alpha val="70000"/>
                </a:srgbClr>
              </a:gs>
              <a:gs pos="28000">
                <a:srgbClr val="9FE2E3"/>
              </a:gs>
              <a:gs pos="88000">
                <a:srgbClr val="9FE2E3"/>
              </a:gs>
              <a:gs pos="100000">
                <a:srgbClr val="9FE2E3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1" name="editable-brand-triangle#33"/>
          <p:cNvSpPr>
            <a:spLocks noGrp="1"/>
          </p:cNvSpPr>
          <p:nvPr/>
        </p:nvSpPr>
        <p:spPr>
          <a:xfrm>
            <a:off x="36866446" y="6428831"/>
            <a:ext cx="2191134" cy="7568267"/>
          </a:xfrm>
          <a:custGeom>
            <a:avLst/>
            <a:gdLst/>
            <a:ahLst/>
            <a:cxnLst/>
            <a:pathLst>
              <a:path w="781034" h="2697320">
                <a:moveTo>
                  <a:pt x="759306" y="0"/>
                </a:moveTo>
                <a:lnTo>
                  <a:pt x="0" y="2697320"/>
                </a:lnTo>
                <a:lnTo>
                  <a:pt x="60290" y="2634438"/>
                </a:lnTo>
                <a:lnTo>
                  <a:pt x="781034" y="74105"/>
                </a:lnTo>
                <a:close/>
              </a:path>
            </a:pathLst>
          </a:custGeom>
          <a:gradFill>
            <a:gsLst>
              <a:gs pos="0">
                <a:srgbClr val="B5DCDA">
                  <a:alpha val="4000"/>
                </a:srgbClr>
              </a:gs>
              <a:gs pos="8000">
                <a:srgbClr val="B5DCDA">
                  <a:alpha val="70000"/>
                </a:srgbClr>
              </a:gs>
              <a:gs pos="28000">
                <a:srgbClr val="B5DCDA"/>
              </a:gs>
              <a:gs pos="88000">
                <a:srgbClr val="B5DCDA"/>
              </a:gs>
              <a:gs pos="100000">
                <a:srgbClr val="B5DCDA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2" name="editable-brand-triangle#34"/>
          <p:cNvSpPr>
            <a:spLocks noGrp="1"/>
          </p:cNvSpPr>
          <p:nvPr/>
        </p:nvSpPr>
        <p:spPr>
          <a:xfrm>
            <a:off x="37016128" y="6612836"/>
            <a:ext cx="2095396" cy="7228123"/>
          </a:xfrm>
          <a:custGeom>
            <a:avLst/>
            <a:gdLst/>
            <a:ahLst/>
            <a:cxnLst/>
            <a:pathLst>
              <a:path w="746908" h="2576093">
                <a:moveTo>
                  <a:pt x="725180" y="0"/>
                </a:moveTo>
                <a:lnTo>
                  <a:pt x="0" y="2576093"/>
                </a:lnTo>
                <a:lnTo>
                  <a:pt x="60290" y="2513212"/>
                </a:lnTo>
                <a:lnTo>
                  <a:pt x="746908" y="74105"/>
                </a:lnTo>
                <a:close/>
              </a:path>
            </a:pathLst>
          </a:custGeom>
          <a:gradFill>
            <a:gsLst>
              <a:gs pos="0">
                <a:srgbClr val="7EA2AE">
                  <a:alpha val="4000"/>
                </a:srgbClr>
              </a:gs>
              <a:gs pos="8000">
                <a:srgbClr val="7EA2AE">
                  <a:alpha val="70000"/>
                </a:srgbClr>
              </a:gs>
              <a:gs pos="28000">
                <a:srgbClr val="7EA2AE"/>
              </a:gs>
              <a:gs pos="88000">
                <a:srgbClr val="7EA2AE"/>
              </a:gs>
              <a:gs pos="100000">
                <a:srgbClr val="7EA2AE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3" name="editable-brand-triangle#35"/>
          <p:cNvSpPr>
            <a:spLocks noGrp="1"/>
          </p:cNvSpPr>
          <p:nvPr/>
        </p:nvSpPr>
        <p:spPr>
          <a:xfrm>
            <a:off x="37165809" y="6796841"/>
            <a:ext cx="1999659" cy="6887979"/>
          </a:xfrm>
          <a:custGeom>
            <a:avLst/>
            <a:gdLst/>
            <a:ahLst/>
            <a:cxnLst/>
            <a:pathLst>
              <a:path w="712782" h="2454867">
                <a:moveTo>
                  <a:pt x="691054" y="0"/>
                </a:moveTo>
                <a:lnTo>
                  <a:pt x="0" y="2454867"/>
                </a:lnTo>
                <a:lnTo>
                  <a:pt x="60290" y="2391985"/>
                </a:lnTo>
                <a:lnTo>
                  <a:pt x="712782" y="74105"/>
                </a:lnTo>
                <a:close/>
              </a:path>
            </a:pathLst>
          </a:custGeom>
          <a:gradFill>
            <a:gsLst>
              <a:gs pos="0">
                <a:srgbClr val="476783">
                  <a:alpha val="4000"/>
                </a:srgbClr>
              </a:gs>
              <a:gs pos="8000">
                <a:srgbClr val="476783">
                  <a:alpha val="70000"/>
                </a:srgbClr>
              </a:gs>
              <a:gs pos="28000">
                <a:srgbClr val="476783"/>
              </a:gs>
              <a:gs pos="88000">
                <a:srgbClr val="476783"/>
              </a:gs>
              <a:gs pos="100000">
                <a:srgbClr val="476783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4" name="editable-brand-triangle#36"/>
          <p:cNvSpPr>
            <a:spLocks noGrp="1"/>
          </p:cNvSpPr>
          <p:nvPr/>
        </p:nvSpPr>
        <p:spPr>
          <a:xfrm>
            <a:off x="37315490" y="6980846"/>
            <a:ext cx="1903921" cy="6547835"/>
          </a:xfrm>
          <a:custGeom>
            <a:avLst/>
            <a:gdLst/>
            <a:ahLst/>
            <a:cxnLst/>
            <a:pathLst>
              <a:path w="678656" h="2333640">
                <a:moveTo>
                  <a:pt x="656928" y="0"/>
                </a:moveTo>
                <a:lnTo>
                  <a:pt x="0" y="2333640"/>
                </a:lnTo>
                <a:lnTo>
                  <a:pt x="60290" y="2270758"/>
                </a:lnTo>
                <a:lnTo>
                  <a:pt x="678656" y="74105"/>
                </a:lnTo>
                <a:close/>
              </a:path>
            </a:pathLst>
          </a:custGeom>
          <a:gradFill>
            <a:gsLst>
              <a:gs pos="0">
                <a:srgbClr val="102D57">
                  <a:alpha val="4000"/>
                </a:srgbClr>
              </a:gs>
              <a:gs pos="8000">
                <a:srgbClr val="102D57">
                  <a:alpha val="70000"/>
                </a:srgbClr>
              </a:gs>
              <a:gs pos="28000">
                <a:srgbClr val="102D57"/>
              </a:gs>
              <a:gs pos="88000">
                <a:srgbClr val="102D57"/>
              </a:gs>
              <a:gs pos="100000">
                <a:srgbClr val="102D57">
                  <a:alpha val="30000"/>
                </a:srgbClr>
              </a:gs>
            </a:gsLst>
            <a:lin ang="6343326"/>
          </a:gradFill>
          <a:ln w="0">
            <a:noFill/>
          </a:ln>
        </p:spPr>
      </p:sp>
      <p:sp>
        <p:nvSpPr>
          <p:cNvPr id="35" name="editable-brand-triangle#37"/>
          <p:cNvSpPr>
            <a:spLocks noGrp="1"/>
          </p:cNvSpPr>
          <p:nvPr/>
        </p:nvSpPr>
        <p:spPr>
          <a:xfrm>
            <a:off x="32376013" y="12647735"/>
            <a:ext cx="18277644" cy="6033521"/>
          </a:xfrm>
          <a:custGeom>
            <a:avLst/>
            <a:gdLst/>
            <a:ahLst/>
            <a:cxnLst/>
            <a:pathLst>
              <a:path w="6515100" h="2150339">
                <a:moveTo>
                  <a:pt x="0" y="2150339"/>
                </a:moveTo>
                <a:lnTo>
                  <a:pt x="6515100" y="16739"/>
                </a:lnTo>
                <a:lnTo>
                  <a:pt x="6434490" y="0"/>
                </a:lnTo>
                <a:lnTo>
                  <a:pt x="60290" y="2087457"/>
                </a:lnTo>
                <a:close/>
              </a:path>
            </a:pathLst>
          </a:custGeom>
          <a:gradFill>
            <a:gsLst>
              <a:gs pos="0">
                <a:srgbClr val="152140">
                  <a:alpha val="4000"/>
                </a:srgbClr>
              </a:gs>
              <a:gs pos="8000">
                <a:srgbClr val="152140">
                  <a:alpha val="70000"/>
                </a:srgbClr>
              </a:gs>
              <a:gs pos="28000">
                <a:srgbClr val="152140"/>
              </a:gs>
              <a:gs pos="88000">
                <a:srgbClr val="152140"/>
              </a:gs>
              <a:gs pos="100000">
                <a:srgbClr val="152140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36" name="editable-brand-triangle#38"/>
          <p:cNvSpPr>
            <a:spLocks noGrp="1"/>
          </p:cNvSpPr>
          <p:nvPr/>
        </p:nvSpPr>
        <p:spPr>
          <a:xfrm>
            <a:off x="32525695" y="12606171"/>
            <a:ext cx="17927834" cy="5918947"/>
          </a:xfrm>
          <a:custGeom>
            <a:avLst/>
            <a:gdLst/>
            <a:ahLst/>
            <a:cxnLst/>
            <a:pathLst>
              <a:path w="6390410" h="2109505">
                <a:moveTo>
                  <a:pt x="0" y="2109505"/>
                </a:moveTo>
                <a:lnTo>
                  <a:pt x="6390410" y="16739"/>
                </a:lnTo>
                <a:lnTo>
                  <a:pt x="6309799" y="0"/>
                </a:lnTo>
                <a:lnTo>
                  <a:pt x="60290" y="2046623"/>
                </a:lnTo>
                <a:close/>
              </a:path>
            </a:pathLst>
          </a:custGeom>
          <a:gradFill>
            <a:gsLst>
              <a:gs pos="0">
                <a:srgbClr val="102D55">
                  <a:alpha val="4000"/>
                </a:srgbClr>
              </a:gs>
              <a:gs pos="8000">
                <a:srgbClr val="102D55">
                  <a:alpha val="70000"/>
                </a:srgbClr>
              </a:gs>
              <a:gs pos="28000">
                <a:srgbClr val="102D55"/>
              </a:gs>
              <a:gs pos="88000">
                <a:srgbClr val="102D55"/>
              </a:gs>
              <a:gs pos="100000">
                <a:srgbClr val="102D55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37" name="editable-brand-triangle#39"/>
          <p:cNvSpPr>
            <a:spLocks noGrp="1"/>
          </p:cNvSpPr>
          <p:nvPr/>
        </p:nvSpPr>
        <p:spPr>
          <a:xfrm>
            <a:off x="32675376" y="12564607"/>
            <a:ext cx="17578024" cy="5804372"/>
          </a:xfrm>
          <a:custGeom>
            <a:avLst/>
            <a:gdLst/>
            <a:ahLst/>
            <a:cxnLst/>
            <a:pathLst>
              <a:path w="6265719" h="2068670">
                <a:moveTo>
                  <a:pt x="0" y="2068670"/>
                </a:moveTo>
                <a:lnTo>
                  <a:pt x="6265719" y="16739"/>
                </a:lnTo>
                <a:lnTo>
                  <a:pt x="6185109" y="0"/>
                </a:lnTo>
                <a:lnTo>
                  <a:pt x="60290" y="2005789"/>
                </a:lnTo>
                <a:close/>
              </a:path>
            </a:pathLst>
          </a:custGeom>
          <a:gradFill>
            <a:gsLst>
              <a:gs pos="0">
                <a:srgbClr val="0A3A6A">
                  <a:alpha val="4000"/>
                </a:srgbClr>
              </a:gs>
              <a:gs pos="8000">
                <a:srgbClr val="0A3A6A">
                  <a:alpha val="70000"/>
                </a:srgbClr>
              </a:gs>
              <a:gs pos="28000">
                <a:srgbClr val="0A3A6A"/>
              </a:gs>
              <a:gs pos="88000">
                <a:srgbClr val="0A3A6A"/>
              </a:gs>
              <a:gs pos="100000">
                <a:srgbClr val="0A3A6A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38" name="editable-brand-triangle#40"/>
          <p:cNvSpPr>
            <a:spLocks noGrp="1"/>
          </p:cNvSpPr>
          <p:nvPr/>
        </p:nvSpPr>
        <p:spPr>
          <a:xfrm>
            <a:off x="32825057" y="12523043"/>
            <a:ext cx="17228214" cy="5689797"/>
          </a:xfrm>
          <a:custGeom>
            <a:avLst/>
            <a:gdLst/>
            <a:ahLst/>
            <a:cxnLst/>
            <a:pathLst>
              <a:path w="6141029" h="2027836">
                <a:moveTo>
                  <a:pt x="0" y="2027836"/>
                </a:moveTo>
                <a:lnTo>
                  <a:pt x="6141029" y="16739"/>
                </a:lnTo>
                <a:lnTo>
                  <a:pt x="6060419" y="0"/>
                </a:lnTo>
                <a:lnTo>
                  <a:pt x="60290" y="1964954"/>
                </a:lnTo>
                <a:close/>
              </a:path>
            </a:pathLst>
          </a:custGeom>
          <a:gradFill>
            <a:gsLst>
              <a:gs pos="0">
                <a:srgbClr val="05467F">
                  <a:alpha val="4000"/>
                </a:srgbClr>
              </a:gs>
              <a:gs pos="8000">
                <a:srgbClr val="05467F">
                  <a:alpha val="70000"/>
                </a:srgbClr>
              </a:gs>
              <a:gs pos="28000">
                <a:srgbClr val="05467F"/>
              </a:gs>
              <a:gs pos="88000">
                <a:srgbClr val="05467F"/>
              </a:gs>
              <a:gs pos="100000">
                <a:srgbClr val="05467F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39" name="editable-brand-triangle#41"/>
          <p:cNvSpPr>
            <a:spLocks noGrp="1"/>
          </p:cNvSpPr>
          <p:nvPr/>
        </p:nvSpPr>
        <p:spPr>
          <a:xfrm>
            <a:off x="32974738" y="12481479"/>
            <a:ext cx="16878403" cy="5575222"/>
          </a:xfrm>
          <a:custGeom>
            <a:avLst/>
            <a:gdLst/>
            <a:ahLst/>
            <a:cxnLst/>
            <a:pathLst>
              <a:path w="6016338" h="1987002">
                <a:moveTo>
                  <a:pt x="0" y="1987002"/>
                </a:moveTo>
                <a:lnTo>
                  <a:pt x="6016338" y="16739"/>
                </a:lnTo>
                <a:lnTo>
                  <a:pt x="5935728" y="0"/>
                </a:lnTo>
                <a:lnTo>
                  <a:pt x="60290" y="1924120"/>
                </a:lnTo>
                <a:close/>
              </a:path>
            </a:pathLst>
          </a:custGeom>
          <a:gradFill>
            <a:gsLst>
              <a:gs pos="0">
                <a:srgbClr val="03629A">
                  <a:alpha val="4000"/>
                </a:srgbClr>
              </a:gs>
              <a:gs pos="8000">
                <a:srgbClr val="03629A">
                  <a:alpha val="70000"/>
                </a:srgbClr>
              </a:gs>
              <a:gs pos="28000">
                <a:srgbClr val="03629A"/>
              </a:gs>
              <a:gs pos="88000">
                <a:srgbClr val="03629A"/>
              </a:gs>
              <a:gs pos="100000">
                <a:srgbClr val="03629A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0" name="editable-brand-triangle#42"/>
          <p:cNvSpPr>
            <a:spLocks noGrp="1"/>
          </p:cNvSpPr>
          <p:nvPr/>
        </p:nvSpPr>
        <p:spPr>
          <a:xfrm>
            <a:off x="33124419" y="12439915"/>
            <a:ext cx="16528593" cy="5460647"/>
          </a:xfrm>
          <a:custGeom>
            <a:avLst/>
            <a:gdLst/>
            <a:ahLst/>
            <a:cxnLst/>
            <a:pathLst>
              <a:path w="5891648" h="1946168">
                <a:moveTo>
                  <a:pt x="0" y="1946168"/>
                </a:moveTo>
                <a:lnTo>
                  <a:pt x="5891648" y="16739"/>
                </a:lnTo>
                <a:lnTo>
                  <a:pt x="5811038" y="0"/>
                </a:lnTo>
                <a:lnTo>
                  <a:pt x="60290" y="1883286"/>
                </a:lnTo>
                <a:close/>
              </a:path>
            </a:pathLst>
          </a:custGeom>
          <a:gradFill>
            <a:gsLst>
              <a:gs pos="0">
                <a:srgbClr val="0285B7">
                  <a:alpha val="4000"/>
                </a:srgbClr>
              </a:gs>
              <a:gs pos="8000">
                <a:srgbClr val="0285B7">
                  <a:alpha val="70000"/>
                </a:srgbClr>
              </a:gs>
              <a:gs pos="28000">
                <a:srgbClr val="0285B7"/>
              </a:gs>
              <a:gs pos="88000">
                <a:srgbClr val="0285B7"/>
              </a:gs>
              <a:gs pos="100000">
                <a:srgbClr val="0285B7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1" name="editable-brand-triangle#43"/>
          <p:cNvSpPr>
            <a:spLocks noGrp="1"/>
          </p:cNvSpPr>
          <p:nvPr/>
        </p:nvSpPr>
        <p:spPr>
          <a:xfrm>
            <a:off x="33274100" y="12398352"/>
            <a:ext cx="16178783" cy="5346073"/>
          </a:xfrm>
          <a:custGeom>
            <a:avLst/>
            <a:gdLst/>
            <a:ahLst/>
            <a:cxnLst/>
            <a:pathLst>
              <a:path w="5766957" h="1905333">
                <a:moveTo>
                  <a:pt x="0" y="1905333"/>
                </a:moveTo>
                <a:lnTo>
                  <a:pt x="5766957" y="16739"/>
                </a:lnTo>
                <a:lnTo>
                  <a:pt x="5686347" y="0"/>
                </a:lnTo>
                <a:lnTo>
                  <a:pt x="60290" y="1842451"/>
                </a:lnTo>
                <a:close/>
              </a:path>
            </a:pathLst>
          </a:custGeom>
          <a:gradFill>
            <a:gsLst>
              <a:gs pos="0">
                <a:srgbClr val="02A8D4">
                  <a:alpha val="4000"/>
                </a:srgbClr>
              </a:gs>
              <a:gs pos="8000">
                <a:srgbClr val="02A8D4">
                  <a:alpha val="70000"/>
                </a:srgbClr>
              </a:gs>
              <a:gs pos="28000">
                <a:srgbClr val="02A8D4"/>
              </a:gs>
              <a:gs pos="88000">
                <a:srgbClr val="02A8D4"/>
              </a:gs>
              <a:gs pos="100000">
                <a:srgbClr val="02A8D4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2" name="editable-brand-triangle#44"/>
          <p:cNvSpPr>
            <a:spLocks noGrp="1"/>
          </p:cNvSpPr>
          <p:nvPr/>
        </p:nvSpPr>
        <p:spPr>
          <a:xfrm>
            <a:off x="33423781" y="12356788"/>
            <a:ext cx="15828973" cy="5231498"/>
          </a:xfrm>
          <a:custGeom>
            <a:avLst/>
            <a:gdLst/>
            <a:ahLst/>
            <a:cxnLst/>
            <a:pathLst>
              <a:path w="5642267" h="1864499">
                <a:moveTo>
                  <a:pt x="0" y="1864499"/>
                </a:moveTo>
                <a:lnTo>
                  <a:pt x="5642267" y="16739"/>
                </a:lnTo>
                <a:lnTo>
                  <a:pt x="5561657" y="0"/>
                </a:lnTo>
                <a:lnTo>
                  <a:pt x="60290" y="1801617"/>
                </a:lnTo>
                <a:close/>
              </a:path>
            </a:pathLst>
          </a:custGeom>
          <a:gradFill>
            <a:gsLst>
              <a:gs pos="0">
                <a:srgbClr val="15C1E5">
                  <a:alpha val="4000"/>
                </a:srgbClr>
              </a:gs>
              <a:gs pos="8000">
                <a:srgbClr val="15C1E5">
                  <a:alpha val="70000"/>
                </a:srgbClr>
              </a:gs>
              <a:gs pos="28000">
                <a:srgbClr val="15C1E5"/>
              </a:gs>
              <a:gs pos="88000">
                <a:srgbClr val="15C1E5"/>
              </a:gs>
              <a:gs pos="100000">
                <a:srgbClr val="15C1E5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3" name="editable-brand-triangle#45"/>
          <p:cNvSpPr>
            <a:spLocks noGrp="1"/>
          </p:cNvSpPr>
          <p:nvPr/>
        </p:nvSpPr>
        <p:spPr>
          <a:xfrm>
            <a:off x="33573462" y="12315224"/>
            <a:ext cx="15479163" cy="5116923"/>
          </a:xfrm>
          <a:custGeom>
            <a:avLst/>
            <a:gdLst/>
            <a:ahLst/>
            <a:cxnLst/>
            <a:pathLst>
              <a:path w="5517576" h="1823665">
                <a:moveTo>
                  <a:pt x="0" y="1823665"/>
                </a:moveTo>
                <a:lnTo>
                  <a:pt x="5517576" y="16739"/>
                </a:lnTo>
                <a:lnTo>
                  <a:pt x="5436966" y="0"/>
                </a:lnTo>
                <a:lnTo>
                  <a:pt x="60290" y="1760783"/>
                </a:lnTo>
                <a:close/>
              </a:path>
            </a:pathLst>
          </a:custGeom>
          <a:gradFill>
            <a:gsLst>
              <a:gs pos="0">
                <a:srgbClr val="44CBE4">
                  <a:alpha val="4000"/>
                </a:srgbClr>
              </a:gs>
              <a:gs pos="8000">
                <a:srgbClr val="44CBE4">
                  <a:alpha val="70000"/>
                </a:srgbClr>
              </a:gs>
              <a:gs pos="28000">
                <a:srgbClr val="44CBE4"/>
              </a:gs>
              <a:gs pos="88000">
                <a:srgbClr val="44CBE4"/>
              </a:gs>
              <a:gs pos="100000">
                <a:srgbClr val="44CBE4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4" name="editable-brand-triangle#46"/>
          <p:cNvSpPr>
            <a:spLocks noGrp="1"/>
          </p:cNvSpPr>
          <p:nvPr/>
        </p:nvSpPr>
        <p:spPr>
          <a:xfrm>
            <a:off x="33723143" y="12273660"/>
            <a:ext cx="15129353" cy="5002348"/>
          </a:xfrm>
          <a:custGeom>
            <a:avLst/>
            <a:gdLst/>
            <a:ahLst/>
            <a:cxnLst/>
            <a:pathLst>
              <a:path w="5392886" h="1782830">
                <a:moveTo>
                  <a:pt x="0" y="1782830"/>
                </a:moveTo>
                <a:lnTo>
                  <a:pt x="5392886" y="16739"/>
                </a:lnTo>
                <a:lnTo>
                  <a:pt x="5312276" y="0"/>
                </a:lnTo>
                <a:lnTo>
                  <a:pt x="60290" y="1719949"/>
                </a:lnTo>
                <a:close/>
              </a:path>
            </a:pathLst>
          </a:custGeom>
          <a:gradFill>
            <a:gsLst>
              <a:gs pos="0">
                <a:srgbClr val="73D6E2">
                  <a:alpha val="4000"/>
                </a:srgbClr>
              </a:gs>
              <a:gs pos="8000">
                <a:srgbClr val="73D6E2">
                  <a:alpha val="70000"/>
                </a:srgbClr>
              </a:gs>
              <a:gs pos="28000">
                <a:srgbClr val="73D6E2"/>
              </a:gs>
              <a:gs pos="88000">
                <a:srgbClr val="73D6E2"/>
              </a:gs>
              <a:gs pos="100000">
                <a:srgbClr val="73D6E2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5" name="editable-brand-triangle#47"/>
          <p:cNvSpPr>
            <a:spLocks noGrp="1"/>
          </p:cNvSpPr>
          <p:nvPr/>
        </p:nvSpPr>
        <p:spPr>
          <a:xfrm>
            <a:off x="33872824" y="12232096"/>
            <a:ext cx="14779543" cy="4887774"/>
          </a:xfrm>
          <a:custGeom>
            <a:avLst/>
            <a:gdLst/>
            <a:ahLst/>
            <a:cxnLst/>
            <a:pathLst>
              <a:path w="5268195" h="1741996">
                <a:moveTo>
                  <a:pt x="0" y="1741996"/>
                </a:moveTo>
                <a:lnTo>
                  <a:pt x="5268195" y="16739"/>
                </a:lnTo>
                <a:lnTo>
                  <a:pt x="5187585" y="0"/>
                </a:lnTo>
                <a:lnTo>
                  <a:pt x="60290" y="1679114"/>
                </a:lnTo>
                <a:close/>
              </a:path>
            </a:pathLst>
          </a:custGeom>
          <a:gradFill>
            <a:gsLst>
              <a:gs pos="0">
                <a:srgbClr val="A0E0E0">
                  <a:alpha val="4000"/>
                </a:srgbClr>
              </a:gs>
              <a:gs pos="8000">
                <a:srgbClr val="A0E0E0">
                  <a:alpha val="70000"/>
                </a:srgbClr>
              </a:gs>
              <a:gs pos="28000">
                <a:srgbClr val="A0E0E0"/>
              </a:gs>
              <a:gs pos="88000">
                <a:srgbClr val="A0E0E0"/>
              </a:gs>
              <a:gs pos="100000">
                <a:srgbClr val="A0E0E0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6" name="editable-brand-triangle#48"/>
          <p:cNvSpPr>
            <a:spLocks noGrp="1"/>
          </p:cNvSpPr>
          <p:nvPr/>
        </p:nvSpPr>
        <p:spPr>
          <a:xfrm>
            <a:off x="34022506" y="12190532"/>
            <a:ext cx="14429733" cy="4773199"/>
          </a:xfrm>
          <a:custGeom>
            <a:avLst/>
            <a:gdLst/>
            <a:ahLst/>
            <a:cxnLst/>
            <a:pathLst>
              <a:path w="5143505" h="1701162">
                <a:moveTo>
                  <a:pt x="0" y="1701162"/>
                </a:moveTo>
                <a:lnTo>
                  <a:pt x="5143505" y="16739"/>
                </a:lnTo>
                <a:lnTo>
                  <a:pt x="5062895" y="0"/>
                </a:lnTo>
                <a:lnTo>
                  <a:pt x="60290" y="1638280"/>
                </a:lnTo>
                <a:close/>
              </a:path>
            </a:pathLst>
          </a:custGeom>
          <a:gradFill>
            <a:gsLst>
              <a:gs pos="0">
                <a:srgbClr val="BEE7D9">
                  <a:alpha val="4000"/>
                </a:srgbClr>
              </a:gs>
              <a:gs pos="8000">
                <a:srgbClr val="BEE7D9">
                  <a:alpha val="70000"/>
                </a:srgbClr>
              </a:gs>
              <a:gs pos="28000">
                <a:srgbClr val="BEE7D9"/>
              </a:gs>
              <a:gs pos="88000">
                <a:srgbClr val="BEE7D9"/>
              </a:gs>
              <a:gs pos="100000">
                <a:srgbClr val="BEE7D9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7" name="editable-brand-triangle#49"/>
          <p:cNvSpPr>
            <a:spLocks noGrp="1"/>
          </p:cNvSpPr>
          <p:nvPr/>
        </p:nvSpPr>
        <p:spPr>
          <a:xfrm>
            <a:off x="34172187" y="12148969"/>
            <a:ext cx="14079923" cy="4658624"/>
          </a:xfrm>
          <a:custGeom>
            <a:avLst/>
            <a:gdLst/>
            <a:ahLst/>
            <a:cxnLst/>
            <a:pathLst>
              <a:path w="5018815" h="1660327">
                <a:moveTo>
                  <a:pt x="0" y="1660327"/>
                </a:moveTo>
                <a:lnTo>
                  <a:pt x="5018815" y="16739"/>
                </a:lnTo>
                <a:lnTo>
                  <a:pt x="4938205" y="0"/>
                </a:lnTo>
                <a:lnTo>
                  <a:pt x="60290" y="1597446"/>
                </a:lnTo>
                <a:close/>
              </a:path>
            </a:pathLst>
          </a:custGeom>
          <a:gradFill>
            <a:gsLst>
              <a:gs pos="0">
                <a:srgbClr val="DBEED1">
                  <a:alpha val="4000"/>
                </a:srgbClr>
              </a:gs>
              <a:gs pos="8000">
                <a:srgbClr val="DBEED1">
                  <a:alpha val="70000"/>
                </a:srgbClr>
              </a:gs>
              <a:gs pos="28000">
                <a:srgbClr val="DBEED1"/>
              </a:gs>
              <a:gs pos="88000">
                <a:srgbClr val="DBEED1"/>
              </a:gs>
              <a:gs pos="100000">
                <a:srgbClr val="DBEED1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8" name="editable-brand-triangle#50"/>
          <p:cNvSpPr>
            <a:spLocks noGrp="1"/>
          </p:cNvSpPr>
          <p:nvPr/>
        </p:nvSpPr>
        <p:spPr>
          <a:xfrm>
            <a:off x="34321868" y="12107405"/>
            <a:ext cx="13730113" cy="4544049"/>
          </a:xfrm>
          <a:custGeom>
            <a:avLst/>
            <a:gdLst/>
            <a:ahLst/>
            <a:cxnLst/>
            <a:pathLst>
              <a:path w="4894124" h="1619493">
                <a:moveTo>
                  <a:pt x="0" y="1619493"/>
                </a:moveTo>
                <a:lnTo>
                  <a:pt x="4894124" y="16739"/>
                </a:lnTo>
                <a:lnTo>
                  <a:pt x="4813514" y="0"/>
                </a:lnTo>
                <a:lnTo>
                  <a:pt x="60290" y="1556611"/>
                </a:lnTo>
                <a:close/>
              </a:path>
            </a:pathLst>
          </a:custGeom>
          <a:gradFill>
            <a:gsLst>
              <a:gs pos="0">
                <a:srgbClr val="F9F5CA">
                  <a:alpha val="4000"/>
                </a:srgbClr>
              </a:gs>
              <a:gs pos="8000">
                <a:srgbClr val="F9F5CA">
                  <a:alpha val="70000"/>
                </a:srgbClr>
              </a:gs>
              <a:gs pos="28000">
                <a:srgbClr val="F9F5CA"/>
              </a:gs>
              <a:gs pos="88000">
                <a:srgbClr val="F9F5CA"/>
              </a:gs>
              <a:gs pos="100000">
                <a:srgbClr val="F9F5CA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49" name="editable-brand-triangle#51"/>
          <p:cNvSpPr>
            <a:spLocks noGrp="1"/>
          </p:cNvSpPr>
          <p:nvPr/>
        </p:nvSpPr>
        <p:spPr>
          <a:xfrm>
            <a:off x="34471549" y="12065841"/>
            <a:ext cx="13380303" cy="4429474"/>
          </a:xfrm>
          <a:custGeom>
            <a:avLst/>
            <a:gdLst/>
            <a:ahLst/>
            <a:cxnLst/>
            <a:pathLst>
              <a:path w="4769434" h="1578659">
                <a:moveTo>
                  <a:pt x="0" y="1578659"/>
                </a:moveTo>
                <a:lnTo>
                  <a:pt x="4769434" y="16739"/>
                </a:lnTo>
                <a:lnTo>
                  <a:pt x="4688824" y="0"/>
                </a:lnTo>
                <a:lnTo>
                  <a:pt x="60290" y="1515777"/>
                </a:lnTo>
                <a:close/>
              </a:path>
            </a:pathLst>
          </a:custGeom>
          <a:gradFill>
            <a:gsLst>
              <a:gs pos="0">
                <a:srgbClr val="F6E0A5">
                  <a:alpha val="4000"/>
                </a:srgbClr>
              </a:gs>
              <a:gs pos="8000">
                <a:srgbClr val="F6E0A5">
                  <a:alpha val="70000"/>
                </a:srgbClr>
              </a:gs>
              <a:gs pos="28000">
                <a:srgbClr val="F6E0A5"/>
              </a:gs>
              <a:gs pos="88000">
                <a:srgbClr val="F6E0A5"/>
              </a:gs>
              <a:gs pos="100000">
                <a:srgbClr val="F6E0A5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0" name="editable-brand-triangle#52"/>
          <p:cNvSpPr>
            <a:spLocks noGrp="1"/>
          </p:cNvSpPr>
          <p:nvPr/>
        </p:nvSpPr>
        <p:spPr>
          <a:xfrm>
            <a:off x="34621230" y="12024277"/>
            <a:ext cx="13030493" cy="4314900"/>
          </a:xfrm>
          <a:custGeom>
            <a:avLst/>
            <a:gdLst/>
            <a:ahLst/>
            <a:cxnLst/>
            <a:pathLst>
              <a:path w="4644743" h="1537825">
                <a:moveTo>
                  <a:pt x="0" y="1537825"/>
                </a:moveTo>
                <a:lnTo>
                  <a:pt x="4644743" y="16739"/>
                </a:lnTo>
                <a:lnTo>
                  <a:pt x="4564133" y="0"/>
                </a:lnTo>
                <a:lnTo>
                  <a:pt x="60290" y="1474943"/>
                </a:lnTo>
                <a:close/>
              </a:path>
            </a:pathLst>
          </a:custGeom>
          <a:gradFill>
            <a:gsLst>
              <a:gs pos="0">
                <a:srgbClr val="EAC478">
                  <a:alpha val="4000"/>
                </a:srgbClr>
              </a:gs>
              <a:gs pos="8000">
                <a:srgbClr val="EAC478">
                  <a:alpha val="70000"/>
                </a:srgbClr>
              </a:gs>
              <a:gs pos="28000">
                <a:srgbClr val="EAC478"/>
              </a:gs>
              <a:gs pos="88000">
                <a:srgbClr val="EAC478"/>
              </a:gs>
              <a:gs pos="100000">
                <a:srgbClr val="EAC478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1" name="editable-brand-triangle#53"/>
          <p:cNvSpPr>
            <a:spLocks noGrp="1"/>
          </p:cNvSpPr>
          <p:nvPr/>
        </p:nvSpPr>
        <p:spPr>
          <a:xfrm>
            <a:off x="34770911" y="11982713"/>
            <a:ext cx="12680683" cy="4200325"/>
          </a:xfrm>
          <a:custGeom>
            <a:avLst/>
            <a:gdLst/>
            <a:ahLst/>
            <a:cxnLst/>
            <a:pathLst>
              <a:path w="4520053" h="1496990">
                <a:moveTo>
                  <a:pt x="0" y="1496990"/>
                </a:moveTo>
                <a:lnTo>
                  <a:pt x="4520053" y="16739"/>
                </a:lnTo>
                <a:lnTo>
                  <a:pt x="4439443" y="0"/>
                </a:lnTo>
                <a:lnTo>
                  <a:pt x="60290" y="1434108"/>
                </a:lnTo>
                <a:close/>
              </a:path>
            </a:pathLst>
          </a:custGeom>
          <a:gradFill>
            <a:gsLst>
              <a:gs pos="0">
                <a:srgbClr val="DEA94C">
                  <a:alpha val="4000"/>
                </a:srgbClr>
              </a:gs>
              <a:gs pos="8000">
                <a:srgbClr val="DEA94C">
                  <a:alpha val="70000"/>
                </a:srgbClr>
              </a:gs>
              <a:gs pos="28000">
                <a:srgbClr val="DEA94C"/>
              </a:gs>
              <a:gs pos="88000">
                <a:srgbClr val="DEA94C"/>
              </a:gs>
              <a:gs pos="100000">
                <a:srgbClr val="DEA94C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2" name="editable-brand-triangle#54"/>
          <p:cNvSpPr>
            <a:spLocks noGrp="1"/>
          </p:cNvSpPr>
          <p:nvPr/>
        </p:nvSpPr>
        <p:spPr>
          <a:xfrm>
            <a:off x="34920592" y="11941149"/>
            <a:ext cx="12330872" cy="4085750"/>
          </a:xfrm>
          <a:custGeom>
            <a:avLst/>
            <a:gdLst/>
            <a:ahLst/>
            <a:cxnLst/>
            <a:pathLst>
              <a:path w="4395362" h="1456156">
                <a:moveTo>
                  <a:pt x="0" y="1456156"/>
                </a:moveTo>
                <a:lnTo>
                  <a:pt x="4395362" y="16739"/>
                </a:lnTo>
                <a:lnTo>
                  <a:pt x="4314752" y="0"/>
                </a:lnTo>
                <a:lnTo>
                  <a:pt x="60290" y="1393274"/>
                </a:lnTo>
                <a:close/>
              </a:path>
            </a:pathLst>
          </a:custGeom>
          <a:gradFill>
            <a:gsLst>
              <a:gs pos="0">
                <a:srgbClr val="BF9043">
                  <a:alpha val="4000"/>
                </a:srgbClr>
              </a:gs>
              <a:gs pos="8000">
                <a:srgbClr val="BF9043">
                  <a:alpha val="70000"/>
                </a:srgbClr>
              </a:gs>
              <a:gs pos="28000">
                <a:srgbClr val="BF9043"/>
              </a:gs>
              <a:gs pos="88000">
                <a:srgbClr val="BF9043"/>
              </a:gs>
              <a:gs pos="100000">
                <a:srgbClr val="BF9043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3" name="editable-brand-triangle#55"/>
          <p:cNvSpPr>
            <a:spLocks noGrp="1"/>
          </p:cNvSpPr>
          <p:nvPr/>
        </p:nvSpPr>
        <p:spPr>
          <a:xfrm>
            <a:off x="35070273" y="11899585"/>
            <a:ext cx="11981062" cy="3971175"/>
          </a:xfrm>
          <a:custGeom>
            <a:avLst/>
            <a:gdLst/>
            <a:ahLst/>
            <a:cxnLst/>
            <a:pathLst>
              <a:path w="4270672" h="1415322">
                <a:moveTo>
                  <a:pt x="0" y="1415322"/>
                </a:moveTo>
                <a:lnTo>
                  <a:pt x="4270672" y="16739"/>
                </a:lnTo>
                <a:lnTo>
                  <a:pt x="4190062" y="0"/>
                </a:lnTo>
                <a:lnTo>
                  <a:pt x="60290" y="1352440"/>
                </a:lnTo>
                <a:close/>
              </a:path>
            </a:pathLst>
          </a:custGeom>
          <a:gradFill>
            <a:gsLst>
              <a:gs pos="0">
                <a:srgbClr val="8C7A5E">
                  <a:alpha val="4000"/>
                </a:srgbClr>
              </a:gs>
              <a:gs pos="8000">
                <a:srgbClr val="8C7A5E">
                  <a:alpha val="70000"/>
                </a:srgbClr>
              </a:gs>
              <a:gs pos="28000">
                <a:srgbClr val="8C7A5E"/>
              </a:gs>
              <a:gs pos="88000">
                <a:srgbClr val="8C7A5E"/>
              </a:gs>
              <a:gs pos="100000">
                <a:srgbClr val="8C7A5E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4" name="editable-brand-triangle#56"/>
          <p:cNvSpPr>
            <a:spLocks noGrp="1"/>
          </p:cNvSpPr>
          <p:nvPr/>
        </p:nvSpPr>
        <p:spPr>
          <a:xfrm>
            <a:off x="35219954" y="11858022"/>
            <a:ext cx="11631252" cy="3856601"/>
          </a:xfrm>
          <a:custGeom>
            <a:avLst/>
            <a:gdLst/>
            <a:ahLst/>
            <a:cxnLst/>
            <a:pathLst>
              <a:path w="4145981" h="1374487">
                <a:moveTo>
                  <a:pt x="0" y="1374487"/>
                </a:moveTo>
                <a:lnTo>
                  <a:pt x="4145981" y="16739"/>
                </a:lnTo>
                <a:lnTo>
                  <a:pt x="4065371" y="0"/>
                </a:lnTo>
                <a:lnTo>
                  <a:pt x="60290" y="1311606"/>
                </a:lnTo>
                <a:close/>
              </a:path>
            </a:pathLst>
          </a:custGeom>
          <a:gradFill>
            <a:gsLst>
              <a:gs pos="0">
                <a:srgbClr val="596479">
                  <a:alpha val="4000"/>
                </a:srgbClr>
              </a:gs>
              <a:gs pos="8000">
                <a:srgbClr val="596479">
                  <a:alpha val="70000"/>
                </a:srgbClr>
              </a:gs>
              <a:gs pos="28000">
                <a:srgbClr val="596479"/>
              </a:gs>
              <a:gs pos="88000">
                <a:srgbClr val="596479"/>
              </a:gs>
              <a:gs pos="100000">
                <a:srgbClr val="596479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5" name="editable-brand-triangle#57"/>
          <p:cNvSpPr>
            <a:spLocks noGrp="1"/>
          </p:cNvSpPr>
          <p:nvPr/>
        </p:nvSpPr>
        <p:spPr>
          <a:xfrm>
            <a:off x="35369635" y="11816458"/>
            <a:ext cx="11281442" cy="3742026"/>
          </a:xfrm>
          <a:custGeom>
            <a:avLst/>
            <a:gdLst/>
            <a:ahLst/>
            <a:cxnLst/>
            <a:pathLst>
              <a:path w="4021291" h="1333653">
                <a:moveTo>
                  <a:pt x="0" y="1333653"/>
                </a:moveTo>
                <a:lnTo>
                  <a:pt x="4021291" y="16739"/>
                </a:lnTo>
                <a:lnTo>
                  <a:pt x="3940681" y="0"/>
                </a:lnTo>
                <a:lnTo>
                  <a:pt x="60290" y="1270771"/>
                </a:lnTo>
                <a:close/>
              </a:path>
            </a:pathLst>
          </a:custGeom>
          <a:gradFill>
            <a:gsLst>
              <a:gs pos="0">
                <a:srgbClr val="2E508C">
                  <a:alpha val="4000"/>
                </a:srgbClr>
              </a:gs>
              <a:gs pos="8000">
                <a:srgbClr val="2E508C">
                  <a:alpha val="70000"/>
                </a:srgbClr>
              </a:gs>
              <a:gs pos="28000">
                <a:srgbClr val="2E508C"/>
              </a:gs>
              <a:gs pos="88000">
                <a:srgbClr val="2E508C"/>
              </a:gs>
              <a:gs pos="100000">
                <a:srgbClr val="2E508C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6" name="editable-brand-triangle#58"/>
          <p:cNvSpPr>
            <a:spLocks noGrp="1"/>
          </p:cNvSpPr>
          <p:nvPr/>
        </p:nvSpPr>
        <p:spPr>
          <a:xfrm>
            <a:off x="35519317" y="11774894"/>
            <a:ext cx="10931632" cy="3627451"/>
          </a:xfrm>
          <a:custGeom>
            <a:avLst/>
            <a:gdLst/>
            <a:ahLst/>
            <a:cxnLst/>
            <a:pathLst>
              <a:path w="3896601" h="1292819">
                <a:moveTo>
                  <a:pt x="0" y="1292819"/>
                </a:moveTo>
                <a:lnTo>
                  <a:pt x="3896601" y="16739"/>
                </a:lnTo>
                <a:lnTo>
                  <a:pt x="3815990" y="0"/>
                </a:lnTo>
                <a:lnTo>
                  <a:pt x="60290" y="1229937"/>
                </a:lnTo>
                <a:close/>
              </a:path>
            </a:pathLst>
          </a:custGeom>
          <a:gradFill>
            <a:gsLst>
              <a:gs pos="0">
                <a:srgbClr val="25467F">
                  <a:alpha val="4000"/>
                </a:srgbClr>
              </a:gs>
              <a:gs pos="8000">
                <a:srgbClr val="25467F">
                  <a:alpha val="70000"/>
                </a:srgbClr>
              </a:gs>
              <a:gs pos="28000">
                <a:srgbClr val="25467F"/>
              </a:gs>
              <a:gs pos="88000">
                <a:srgbClr val="25467F"/>
              </a:gs>
              <a:gs pos="100000">
                <a:srgbClr val="25467F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7" name="editable-brand-triangle#59"/>
          <p:cNvSpPr>
            <a:spLocks noGrp="1"/>
          </p:cNvSpPr>
          <p:nvPr/>
        </p:nvSpPr>
        <p:spPr>
          <a:xfrm>
            <a:off x="35668998" y="11733330"/>
            <a:ext cx="10581822" cy="3512876"/>
          </a:xfrm>
          <a:custGeom>
            <a:avLst/>
            <a:gdLst/>
            <a:ahLst/>
            <a:cxnLst/>
            <a:pathLst>
              <a:path w="3771910" h="1251984">
                <a:moveTo>
                  <a:pt x="0" y="1251984"/>
                </a:moveTo>
                <a:lnTo>
                  <a:pt x="3771910" y="16739"/>
                </a:lnTo>
                <a:lnTo>
                  <a:pt x="3691300" y="0"/>
                </a:lnTo>
                <a:lnTo>
                  <a:pt x="60290" y="1189103"/>
                </a:lnTo>
                <a:close/>
              </a:path>
            </a:pathLst>
          </a:custGeom>
          <a:gradFill>
            <a:gsLst>
              <a:gs pos="0">
                <a:srgbClr val="1C3B72">
                  <a:alpha val="4000"/>
                </a:srgbClr>
              </a:gs>
              <a:gs pos="8000">
                <a:srgbClr val="1C3B72">
                  <a:alpha val="70000"/>
                </a:srgbClr>
              </a:gs>
              <a:gs pos="28000">
                <a:srgbClr val="1C3B72"/>
              </a:gs>
              <a:gs pos="88000">
                <a:srgbClr val="1C3B72"/>
              </a:gs>
              <a:gs pos="100000">
                <a:srgbClr val="1C3B72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8" name="editable-brand-triangle#60"/>
          <p:cNvSpPr>
            <a:spLocks noGrp="1"/>
          </p:cNvSpPr>
          <p:nvPr/>
        </p:nvSpPr>
        <p:spPr>
          <a:xfrm>
            <a:off x="35818679" y="11691766"/>
            <a:ext cx="10232012" cy="3398301"/>
          </a:xfrm>
          <a:custGeom>
            <a:avLst/>
            <a:gdLst/>
            <a:ahLst/>
            <a:cxnLst/>
            <a:pathLst>
              <a:path w="3647220" h="1211150">
                <a:moveTo>
                  <a:pt x="0" y="1211150"/>
                </a:moveTo>
                <a:lnTo>
                  <a:pt x="3647220" y="16739"/>
                </a:lnTo>
                <a:lnTo>
                  <a:pt x="3566610" y="0"/>
                </a:lnTo>
                <a:lnTo>
                  <a:pt x="60290" y="1148268"/>
                </a:lnTo>
                <a:close/>
              </a:path>
            </a:pathLst>
          </a:custGeom>
          <a:gradFill>
            <a:gsLst>
              <a:gs pos="0">
                <a:srgbClr val="133165">
                  <a:alpha val="4000"/>
                </a:srgbClr>
              </a:gs>
              <a:gs pos="8000">
                <a:srgbClr val="133165">
                  <a:alpha val="70000"/>
                </a:srgbClr>
              </a:gs>
              <a:gs pos="28000">
                <a:srgbClr val="133165"/>
              </a:gs>
              <a:gs pos="88000">
                <a:srgbClr val="133165"/>
              </a:gs>
              <a:gs pos="100000">
                <a:srgbClr val="133165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59" name="editable-brand-triangle#61"/>
          <p:cNvSpPr>
            <a:spLocks noGrp="1"/>
          </p:cNvSpPr>
          <p:nvPr/>
        </p:nvSpPr>
        <p:spPr>
          <a:xfrm>
            <a:off x="35968360" y="11650202"/>
            <a:ext cx="9882202" cy="3283727"/>
          </a:xfrm>
          <a:custGeom>
            <a:avLst/>
            <a:gdLst/>
            <a:ahLst/>
            <a:cxnLst/>
            <a:pathLst>
              <a:path w="3522529" h="1170316">
                <a:moveTo>
                  <a:pt x="0" y="1170316"/>
                </a:moveTo>
                <a:lnTo>
                  <a:pt x="3522529" y="16739"/>
                </a:lnTo>
                <a:lnTo>
                  <a:pt x="3441919" y="0"/>
                </a:lnTo>
                <a:lnTo>
                  <a:pt x="60290" y="1107434"/>
                </a:lnTo>
                <a:close/>
              </a:path>
            </a:pathLst>
          </a:custGeom>
          <a:gradFill>
            <a:gsLst>
              <a:gs pos="0">
                <a:srgbClr val="125583">
                  <a:alpha val="4000"/>
                </a:srgbClr>
              </a:gs>
              <a:gs pos="8000">
                <a:srgbClr val="125583">
                  <a:alpha val="70000"/>
                </a:srgbClr>
              </a:gs>
              <a:gs pos="28000">
                <a:srgbClr val="125583"/>
              </a:gs>
              <a:gs pos="88000">
                <a:srgbClr val="125583"/>
              </a:gs>
              <a:gs pos="100000">
                <a:srgbClr val="125583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0" name="editable-brand-triangle#62"/>
          <p:cNvSpPr>
            <a:spLocks noGrp="1"/>
          </p:cNvSpPr>
          <p:nvPr/>
        </p:nvSpPr>
        <p:spPr>
          <a:xfrm>
            <a:off x="36118041" y="11608639"/>
            <a:ext cx="9532392" cy="3169152"/>
          </a:xfrm>
          <a:custGeom>
            <a:avLst/>
            <a:gdLst/>
            <a:ahLst/>
            <a:cxnLst/>
            <a:pathLst>
              <a:path w="3397839" h="1129482">
                <a:moveTo>
                  <a:pt x="0" y="1129482"/>
                </a:moveTo>
                <a:lnTo>
                  <a:pt x="3397839" y="16739"/>
                </a:lnTo>
                <a:lnTo>
                  <a:pt x="3317229" y="0"/>
                </a:lnTo>
                <a:lnTo>
                  <a:pt x="60290" y="1066600"/>
                </a:lnTo>
                <a:close/>
              </a:path>
            </a:pathLst>
          </a:custGeom>
          <a:gradFill>
            <a:gsLst>
              <a:gs pos="0">
                <a:srgbClr val="127DA5">
                  <a:alpha val="4000"/>
                </a:srgbClr>
              </a:gs>
              <a:gs pos="8000">
                <a:srgbClr val="127DA5">
                  <a:alpha val="70000"/>
                </a:srgbClr>
              </a:gs>
              <a:gs pos="28000">
                <a:srgbClr val="127DA5"/>
              </a:gs>
              <a:gs pos="88000">
                <a:srgbClr val="127DA5"/>
              </a:gs>
              <a:gs pos="100000">
                <a:srgbClr val="127DA5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1" name="editable-brand-triangle#63"/>
          <p:cNvSpPr>
            <a:spLocks noGrp="1"/>
          </p:cNvSpPr>
          <p:nvPr/>
        </p:nvSpPr>
        <p:spPr>
          <a:xfrm>
            <a:off x="36267722" y="11567075"/>
            <a:ext cx="9182582" cy="3054577"/>
          </a:xfrm>
          <a:custGeom>
            <a:avLst/>
            <a:gdLst/>
            <a:ahLst/>
            <a:cxnLst/>
            <a:pathLst>
              <a:path w="3273148" h="1088647">
                <a:moveTo>
                  <a:pt x="0" y="1088647"/>
                </a:moveTo>
                <a:lnTo>
                  <a:pt x="3273148" y="16739"/>
                </a:lnTo>
                <a:lnTo>
                  <a:pt x="3192538" y="0"/>
                </a:lnTo>
                <a:lnTo>
                  <a:pt x="60290" y="1025765"/>
                </a:lnTo>
                <a:close/>
              </a:path>
            </a:pathLst>
          </a:custGeom>
          <a:gradFill>
            <a:gsLst>
              <a:gs pos="0">
                <a:srgbClr val="12A6C7">
                  <a:alpha val="4000"/>
                </a:srgbClr>
              </a:gs>
              <a:gs pos="8000">
                <a:srgbClr val="12A6C7">
                  <a:alpha val="70000"/>
                </a:srgbClr>
              </a:gs>
              <a:gs pos="28000">
                <a:srgbClr val="12A6C7"/>
              </a:gs>
              <a:gs pos="88000">
                <a:srgbClr val="12A6C7"/>
              </a:gs>
              <a:gs pos="100000">
                <a:srgbClr val="12A6C7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2" name="editable-brand-triangle#64"/>
          <p:cNvSpPr>
            <a:spLocks noGrp="1"/>
          </p:cNvSpPr>
          <p:nvPr/>
        </p:nvSpPr>
        <p:spPr>
          <a:xfrm>
            <a:off x="36417403" y="11525511"/>
            <a:ext cx="8832772" cy="2940002"/>
          </a:xfrm>
          <a:custGeom>
            <a:avLst/>
            <a:gdLst/>
            <a:ahLst/>
            <a:cxnLst/>
            <a:pathLst>
              <a:path w="3148458" h="1047813">
                <a:moveTo>
                  <a:pt x="0" y="1047813"/>
                </a:moveTo>
                <a:lnTo>
                  <a:pt x="3148458" y="16739"/>
                </a:lnTo>
                <a:lnTo>
                  <a:pt x="3067848" y="0"/>
                </a:lnTo>
                <a:lnTo>
                  <a:pt x="60290" y="984931"/>
                </a:lnTo>
                <a:close/>
              </a:path>
            </a:pathLst>
          </a:custGeom>
          <a:gradFill>
            <a:gsLst>
              <a:gs pos="0">
                <a:srgbClr val="33C0D8">
                  <a:alpha val="4000"/>
                </a:srgbClr>
              </a:gs>
              <a:gs pos="8000">
                <a:srgbClr val="33C0D8">
                  <a:alpha val="70000"/>
                </a:srgbClr>
              </a:gs>
              <a:gs pos="28000">
                <a:srgbClr val="33C0D8"/>
              </a:gs>
              <a:gs pos="88000">
                <a:srgbClr val="33C0D8"/>
              </a:gs>
              <a:gs pos="100000">
                <a:srgbClr val="33C0D8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3" name="editable-brand-triangle#65"/>
          <p:cNvSpPr>
            <a:spLocks noGrp="1"/>
          </p:cNvSpPr>
          <p:nvPr/>
        </p:nvSpPr>
        <p:spPr>
          <a:xfrm>
            <a:off x="36567084" y="11483947"/>
            <a:ext cx="8482962" cy="2825428"/>
          </a:xfrm>
          <a:custGeom>
            <a:avLst/>
            <a:gdLst/>
            <a:ahLst/>
            <a:cxnLst/>
            <a:pathLst>
              <a:path w="3023767" h="1006979">
                <a:moveTo>
                  <a:pt x="0" y="1006979"/>
                </a:moveTo>
                <a:lnTo>
                  <a:pt x="3023767" y="16739"/>
                </a:lnTo>
                <a:lnTo>
                  <a:pt x="2943157" y="0"/>
                </a:lnTo>
                <a:lnTo>
                  <a:pt x="60290" y="944097"/>
                </a:lnTo>
                <a:close/>
              </a:path>
            </a:pathLst>
          </a:custGeom>
          <a:gradFill>
            <a:gsLst>
              <a:gs pos="0">
                <a:srgbClr val="69D1DE">
                  <a:alpha val="4000"/>
                </a:srgbClr>
              </a:gs>
              <a:gs pos="8000">
                <a:srgbClr val="69D1DE">
                  <a:alpha val="70000"/>
                </a:srgbClr>
              </a:gs>
              <a:gs pos="28000">
                <a:srgbClr val="69D1DE"/>
              </a:gs>
              <a:gs pos="88000">
                <a:srgbClr val="69D1DE"/>
              </a:gs>
              <a:gs pos="100000">
                <a:srgbClr val="69D1DE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4" name="editable-brand-triangle#66"/>
          <p:cNvSpPr>
            <a:spLocks noGrp="1"/>
          </p:cNvSpPr>
          <p:nvPr/>
        </p:nvSpPr>
        <p:spPr>
          <a:xfrm>
            <a:off x="36716765" y="11442383"/>
            <a:ext cx="8133152" cy="2710853"/>
          </a:xfrm>
          <a:custGeom>
            <a:avLst/>
            <a:gdLst/>
            <a:ahLst/>
            <a:cxnLst/>
            <a:pathLst>
              <a:path w="2899077" h="966144">
                <a:moveTo>
                  <a:pt x="0" y="966144"/>
                </a:moveTo>
                <a:lnTo>
                  <a:pt x="2899077" y="16739"/>
                </a:lnTo>
                <a:lnTo>
                  <a:pt x="2818467" y="0"/>
                </a:lnTo>
                <a:lnTo>
                  <a:pt x="60290" y="903263"/>
                </a:lnTo>
                <a:close/>
              </a:path>
            </a:pathLst>
          </a:custGeom>
          <a:gradFill>
            <a:gsLst>
              <a:gs pos="0">
                <a:srgbClr val="9FE2E3">
                  <a:alpha val="4000"/>
                </a:srgbClr>
              </a:gs>
              <a:gs pos="8000">
                <a:srgbClr val="9FE2E3">
                  <a:alpha val="70000"/>
                </a:srgbClr>
              </a:gs>
              <a:gs pos="28000">
                <a:srgbClr val="9FE2E3"/>
              </a:gs>
              <a:gs pos="88000">
                <a:srgbClr val="9FE2E3"/>
              </a:gs>
              <a:gs pos="100000">
                <a:srgbClr val="9FE2E3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5" name="editable-brand-triangle#67"/>
          <p:cNvSpPr>
            <a:spLocks noGrp="1"/>
          </p:cNvSpPr>
          <p:nvPr/>
        </p:nvSpPr>
        <p:spPr>
          <a:xfrm>
            <a:off x="36866446" y="11400819"/>
            <a:ext cx="7783341" cy="2596278"/>
          </a:xfrm>
          <a:custGeom>
            <a:avLst/>
            <a:gdLst/>
            <a:ahLst/>
            <a:cxnLst/>
            <a:pathLst>
              <a:path w="2774386" h="925310">
                <a:moveTo>
                  <a:pt x="0" y="925310"/>
                </a:moveTo>
                <a:lnTo>
                  <a:pt x="2774386" y="16739"/>
                </a:lnTo>
                <a:lnTo>
                  <a:pt x="2693776" y="0"/>
                </a:lnTo>
                <a:lnTo>
                  <a:pt x="60290" y="862428"/>
                </a:lnTo>
                <a:close/>
              </a:path>
            </a:pathLst>
          </a:custGeom>
          <a:gradFill>
            <a:gsLst>
              <a:gs pos="0">
                <a:srgbClr val="B5DCDA">
                  <a:alpha val="4000"/>
                </a:srgbClr>
              </a:gs>
              <a:gs pos="8000">
                <a:srgbClr val="B5DCDA">
                  <a:alpha val="70000"/>
                </a:srgbClr>
              </a:gs>
              <a:gs pos="28000">
                <a:srgbClr val="B5DCDA"/>
              </a:gs>
              <a:gs pos="88000">
                <a:srgbClr val="B5DCDA"/>
              </a:gs>
              <a:gs pos="100000">
                <a:srgbClr val="B5DCDA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6" name="editable-brand-triangle#68"/>
          <p:cNvSpPr>
            <a:spLocks noGrp="1"/>
          </p:cNvSpPr>
          <p:nvPr/>
        </p:nvSpPr>
        <p:spPr>
          <a:xfrm>
            <a:off x="37016128" y="11359255"/>
            <a:ext cx="7433531" cy="2481703"/>
          </a:xfrm>
          <a:custGeom>
            <a:avLst/>
            <a:gdLst/>
            <a:ahLst/>
            <a:cxnLst/>
            <a:pathLst>
              <a:path w="2649696" h="884476">
                <a:moveTo>
                  <a:pt x="0" y="884476"/>
                </a:moveTo>
                <a:lnTo>
                  <a:pt x="2649696" y="16739"/>
                </a:lnTo>
                <a:lnTo>
                  <a:pt x="2569086" y="0"/>
                </a:lnTo>
                <a:lnTo>
                  <a:pt x="60290" y="821594"/>
                </a:lnTo>
                <a:close/>
              </a:path>
            </a:pathLst>
          </a:custGeom>
          <a:gradFill>
            <a:gsLst>
              <a:gs pos="0">
                <a:srgbClr val="7EA2AE">
                  <a:alpha val="4000"/>
                </a:srgbClr>
              </a:gs>
              <a:gs pos="8000">
                <a:srgbClr val="7EA2AE">
                  <a:alpha val="70000"/>
                </a:srgbClr>
              </a:gs>
              <a:gs pos="28000">
                <a:srgbClr val="7EA2AE"/>
              </a:gs>
              <a:gs pos="88000">
                <a:srgbClr val="7EA2AE"/>
              </a:gs>
              <a:gs pos="100000">
                <a:srgbClr val="7EA2AE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7" name="editable-brand-triangle#69"/>
          <p:cNvSpPr>
            <a:spLocks noGrp="1"/>
          </p:cNvSpPr>
          <p:nvPr/>
        </p:nvSpPr>
        <p:spPr>
          <a:xfrm>
            <a:off x="37165809" y="11317692"/>
            <a:ext cx="7083721" cy="2367128"/>
          </a:xfrm>
          <a:custGeom>
            <a:avLst/>
            <a:gdLst/>
            <a:ahLst/>
            <a:cxnLst/>
            <a:pathLst>
              <a:path w="2525006" h="843641">
                <a:moveTo>
                  <a:pt x="0" y="843641"/>
                </a:moveTo>
                <a:lnTo>
                  <a:pt x="2525006" y="16739"/>
                </a:lnTo>
                <a:lnTo>
                  <a:pt x="2444396" y="0"/>
                </a:lnTo>
                <a:lnTo>
                  <a:pt x="60290" y="780760"/>
                </a:lnTo>
                <a:close/>
              </a:path>
            </a:pathLst>
          </a:custGeom>
          <a:gradFill>
            <a:gsLst>
              <a:gs pos="0">
                <a:srgbClr val="476783">
                  <a:alpha val="4000"/>
                </a:srgbClr>
              </a:gs>
              <a:gs pos="8000">
                <a:srgbClr val="476783">
                  <a:alpha val="70000"/>
                </a:srgbClr>
              </a:gs>
              <a:gs pos="28000">
                <a:srgbClr val="476783"/>
              </a:gs>
              <a:gs pos="88000">
                <a:srgbClr val="476783"/>
              </a:gs>
              <a:gs pos="100000">
                <a:srgbClr val="476783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8" name="editable-brand-triangle#70"/>
          <p:cNvSpPr>
            <a:spLocks noGrp="1"/>
          </p:cNvSpPr>
          <p:nvPr/>
        </p:nvSpPr>
        <p:spPr>
          <a:xfrm>
            <a:off x="37315490" y="11276128"/>
            <a:ext cx="6733911" cy="2252554"/>
          </a:xfrm>
          <a:custGeom>
            <a:avLst/>
            <a:gdLst/>
            <a:ahLst/>
            <a:cxnLst/>
            <a:pathLst>
              <a:path w="2400315" h="802807">
                <a:moveTo>
                  <a:pt x="0" y="802807"/>
                </a:moveTo>
                <a:lnTo>
                  <a:pt x="2400315" y="16739"/>
                </a:lnTo>
                <a:lnTo>
                  <a:pt x="2319705" y="0"/>
                </a:lnTo>
                <a:lnTo>
                  <a:pt x="60290" y="739925"/>
                </a:lnTo>
                <a:close/>
              </a:path>
            </a:pathLst>
          </a:custGeom>
          <a:gradFill>
            <a:gsLst>
              <a:gs pos="0">
                <a:srgbClr val="102D57">
                  <a:alpha val="4000"/>
                </a:srgbClr>
              </a:gs>
              <a:gs pos="8000">
                <a:srgbClr val="102D57">
                  <a:alpha val="70000"/>
                </a:srgbClr>
              </a:gs>
              <a:gs pos="28000">
                <a:srgbClr val="102D57"/>
              </a:gs>
              <a:gs pos="88000">
                <a:srgbClr val="102D57"/>
              </a:gs>
              <a:gs pos="100000">
                <a:srgbClr val="102D57">
                  <a:alpha val="30000"/>
                </a:srgbClr>
              </a:gs>
            </a:gsLst>
            <a:lin ang="20512028"/>
          </a:gradFill>
          <a:ln w="0">
            <a:noFill/>
          </a:ln>
        </p:spPr>
      </p:sp>
      <p:sp>
        <p:nvSpPr>
          <p:cNvPr id="69" name="editable-brand-triangle#71"/>
          <p:cNvSpPr>
            <a:spLocks noGrp="1"/>
          </p:cNvSpPr>
          <p:nvPr/>
        </p:nvSpPr>
        <p:spPr>
          <a:xfrm>
            <a:off x="37378316" y="908673"/>
            <a:ext cx="13275341" cy="11786028"/>
          </a:xfrm>
          <a:custGeom>
            <a:avLst/>
            <a:gdLst/>
            <a:ahLst/>
            <a:cxnLst/>
            <a:pathLst>
              <a:path w="4732020" h="4200525">
                <a:moveTo>
                  <a:pt x="4732020" y="4200525"/>
                </a:moveTo>
                <a:lnTo>
                  <a:pt x="0" y="0"/>
                </a:lnTo>
                <a:lnTo>
                  <a:pt x="21728" y="74105"/>
                </a:lnTo>
                <a:lnTo>
                  <a:pt x="4651410" y="4183786"/>
                </a:lnTo>
                <a:close/>
              </a:path>
            </a:pathLst>
          </a:custGeom>
          <a:gradFill>
            <a:gsLst>
              <a:gs pos="0">
                <a:srgbClr val="152140">
                  <a:alpha val="4000"/>
                </a:srgbClr>
              </a:gs>
              <a:gs pos="8000">
                <a:srgbClr val="152140">
                  <a:alpha val="70000"/>
                </a:srgbClr>
              </a:gs>
              <a:gs pos="28000">
                <a:srgbClr val="152140"/>
              </a:gs>
              <a:gs pos="88000">
                <a:srgbClr val="152140"/>
              </a:gs>
              <a:gs pos="100000">
                <a:srgbClr val="152140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0" name="editable-brand-triangle#72"/>
          <p:cNvSpPr>
            <a:spLocks noGrp="1"/>
          </p:cNvSpPr>
          <p:nvPr/>
        </p:nvSpPr>
        <p:spPr>
          <a:xfrm>
            <a:off x="37432260" y="1092679"/>
            <a:ext cx="13021269" cy="11560459"/>
          </a:xfrm>
          <a:custGeom>
            <a:avLst/>
            <a:gdLst/>
            <a:ahLst/>
            <a:cxnLst/>
            <a:pathLst>
              <a:path w="4641455" h="4120132">
                <a:moveTo>
                  <a:pt x="4641455" y="4120132"/>
                </a:moveTo>
                <a:lnTo>
                  <a:pt x="0" y="0"/>
                </a:lnTo>
                <a:lnTo>
                  <a:pt x="21728" y="74105"/>
                </a:lnTo>
                <a:lnTo>
                  <a:pt x="4560845" y="4103393"/>
                </a:lnTo>
                <a:close/>
              </a:path>
            </a:pathLst>
          </a:custGeom>
          <a:gradFill>
            <a:gsLst>
              <a:gs pos="0">
                <a:srgbClr val="102D55">
                  <a:alpha val="4000"/>
                </a:srgbClr>
              </a:gs>
              <a:gs pos="8000">
                <a:srgbClr val="102D55">
                  <a:alpha val="70000"/>
                </a:srgbClr>
              </a:gs>
              <a:gs pos="28000">
                <a:srgbClr val="102D55"/>
              </a:gs>
              <a:gs pos="88000">
                <a:srgbClr val="102D55"/>
              </a:gs>
              <a:gs pos="100000">
                <a:srgbClr val="102D55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1" name="editable-brand-triangle#73"/>
          <p:cNvSpPr>
            <a:spLocks noGrp="1"/>
          </p:cNvSpPr>
          <p:nvPr/>
        </p:nvSpPr>
        <p:spPr>
          <a:xfrm>
            <a:off x="37486203" y="1276684"/>
            <a:ext cx="12767196" cy="11334890"/>
          </a:xfrm>
          <a:custGeom>
            <a:avLst/>
            <a:gdLst/>
            <a:ahLst/>
            <a:cxnLst/>
            <a:pathLst>
              <a:path w="4550891" h="4039740">
                <a:moveTo>
                  <a:pt x="4550891" y="4039740"/>
                </a:moveTo>
                <a:lnTo>
                  <a:pt x="0" y="0"/>
                </a:lnTo>
                <a:lnTo>
                  <a:pt x="21728" y="74105"/>
                </a:lnTo>
                <a:lnTo>
                  <a:pt x="4470281" y="4023001"/>
                </a:lnTo>
                <a:close/>
              </a:path>
            </a:pathLst>
          </a:custGeom>
          <a:gradFill>
            <a:gsLst>
              <a:gs pos="0">
                <a:srgbClr val="0A3A6A">
                  <a:alpha val="4000"/>
                </a:srgbClr>
              </a:gs>
              <a:gs pos="8000">
                <a:srgbClr val="0A3A6A">
                  <a:alpha val="70000"/>
                </a:srgbClr>
              </a:gs>
              <a:gs pos="28000">
                <a:srgbClr val="0A3A6A"/>
              </a:gs>
              <a:gs pos="88000">
                <a:srgbClr val="0A3A6A"/>
              </a:gs>
              <a:gs pos="100000">
                <a:srgbClr val="0A3A6A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2" name="editable-brand-triangle#74"/>
          <p:cNvSpPr>
            <a:spLocks noGrp="1"/>
          </p:cNvSpPr>
          <p:nvPr/>
        </p:nvSpPr>
        <p:spPr>
          <a:xfrm>
            <a:off x="37540147" y="1460689"/>
            <a:ext cx="12513124" cy="11109321"/>
          </a:xfrm>
          <a:custGeom>
            <a:avLst/>
            <a:gdLst/>
            <a:ahLst/>
            <a:cxnLst/>
            <a:pathLst>
              <a:path w="4460326" h="3959347">
                <a:moveTo>
                  <a:pt x="4460326" y="3959347"/>
                </a:moveTo>
                <a:lnTo>
                  <a:pt x="0" y="0"/>
                </a:lnTo>
                <a:lnTo>
                  <a:pt x="21728" y="74105"/>
                </a:lnTo>
                <a:lnTo>
                  <a:pt x="4379716" y="3942608"/>
                </a:lnTo>
                <a:close/>
              </a:path>
            </a:pathLst>
          </a:custGeom>
          <a:gradFill>
            <a:gsLst>
              <a:gs pos="0">
                <a:srgbClr val="05467F">
                  <a:alpha val="4000"/>
                </a:srgbClr>
              </a:gs>
              <a:gs pos="8000">
                <a:srgbClr val="05467F">
                  <a:alpha val="70000"/>
                </a:srgbClr>
              </a:gs>
              <a:gs pos="28000">
                <a:srgbClr val="05467F"/>
              </a:gs>
              <a:gs pos="88000">
                <a:srgbClr val="05467F"/>
              </a:gs>
              <a:gs pos="100000">
                <a:srgbClr val="05467F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3" name="editable-brand-triangle#75"/>
          <p:cNvSpPr>
            <a:spLocks noGrp="1"/>
          </p:cNvSpPr>
          <p:nvPr/>
        </p:nvSpPr>
        <p:spPr>
          <a:xfrm>
            <a:off x="37594090" y="1644694"/>
            <a:ext cx="12259051" cy="10883752"/>
          </a:xfrm>
          <a:custGeom>
            <a:avLst/>
            <a:gdLst/>
            <a:ahLst/>
            <a:cxnLst/>
            <a:pathLst>
              <a:path w="4369761" h="3878955">
                <a:moveTo>
                  <a:pt x="4369761" y="3878955"/>
                </a:moveTo>
                <a:lnTo>
                  <a:pt x="0" y="0"/>
                </a:lnTo>
                <a:lnTo>
                  <a:pt x="21728" y="74105"/>
                </a:lnTo>
                <a:lnTo>
                  <a:pt x="4289151" y="3862216"/>
                </a:lnTo>
                <a:close/>
              </a:path>
            </a:pathLst>
          </a:custGeom>
          <a:gradFill>
            <a:gsLst>
              <a:gs pos="0">
                <a:srgbClr val="03629A">
                  <a:alpha val="4000"/>
                </a:srgbClr>
              </a:gs>
              <a:gs pos="8000">
                <a:srgbClr val="03629A">
                  <a:alpha val="70000"/>
                </a:srgbClr>
              </a:gs>
              <a:gs pos="28000">
                <a:srgbClr val="03629A"/>
              </a:gs>
              <a:gs pos="88000">
                <a:srgbClr val="03629A"/>
              </a:gs>
              <a:gs pos="100000">
                <a:srgbClr val="03629A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4" name="editable-brand-triangle#76"/>
          <p:cNvSpPr>
            <a:spLocks noGrp="1"/>
          </p:cNvSpPr>
          <p:nvPr/>
        </p:nvSpPr>
        <p:spPr>
          <a:xfrm>
            <a:off x="37648034" y="1828700"/>
            <a:ext cx="12004978" cy="10658183"/>
          </a:xfrm>
          <a:custGeom>
            <a:avLst/>
            <a:gdLst/>
            <a:ahLst/>
            <a:cxnLst/>
            <a:pathLst>
              <a:path w="4279197" h="3798562">
                <a:moveTo>
                  <a:pt x="4279197" y="3798562"/>
                </a:moveTo>
                <a:lnTo>
                  <a:pt x="0" y="0"/>
                </a:lnTo>
                <a:lnTo>
                  <a:pt x="21728" y="74105"/>
                </a:lnTo>
                <a:lnTo>
                  <a:pt x="4198587" y="3781823"/>
                </a:lnTo>
                <a:close/>
              </a:path>
            </a:pathLst>
          </a:custGeom>
          <a:gradFill>
            <a:gsLst>
              <a:gs pos="0">
                <a:srgbClr val="0285B7">
                  <a:alpha val="4000"/>
                </a:srgbClr>
              </a:gs>
              <a:gs pos="8000">
                <a:srgbClr val="0285B7">
                  <a:alpha val="70000"/>
                </a:srgbClr>
              </a:gs>
              <a:gs pos="28000">
                <a:srgbClr val="0285B7"/>
              </a:gs>
              <a:gs pos="88000">
                <a:srgbClr val="0285B7"/>
              </a:gs>
              <a:gs pos="100000">
                <a:srgbClr val="0285B7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5" name="editable-brand-triangle#77"/>
          <p:cNvSpPr>
            <a:spLocks noGrp="1"/>
          </p:cNvSpPr>
          <p:nvPr/>
        </p:nvSpPr>
        <p:spPr>
          <a:xfrm>
            <a:off x="37701978" y="2012705"/>
            <a:ext cx="11750906" cy="10432614"/>
          </a:xfrm>
          <a:custGeom>
            <a:avLst/>
            <a:gdLst/>
            <a:ahLst/>
            <a:cxnLst/>
            <a:pathLst>
              <a:path w="4188632" h="3718170">
                <a:moveTo>
                  <a:pt x="4188632" y="3718170"/>
                </a:moveTo>
                <a:lnTo>
                  <a:pt x="0" y="0"/>
                </a:lnTo>
                <a:lnTo>
                  <a:pt x="21728" y="74105"/>
                </a:lnTo>
                <a:lnTo>
                  <a:pt x="4108022" y="3701431"/>
                </a:lnTo>
                <a:close/>
              </a:path>
            </a:pathLst>
          </a:custGeom>
          <a:gradFill>
            <a:gsLst>
              <a:gs pos="0">
                <a:srgbClr val="02A8D4">
                  <a:alpha val="4000"/>
                </a:srgbClr>
              </a:gs>
              <a:gs pos="8000">
                <a:srgbClr val="02A8D4">
                  <a:alpha val="70000"/>
                </a:srgbClr>
              </a:gs>
              <a:gs pos="28000">
                <a:srgbClr val="02A8D4"/>
              </a:gs>
              <a:gs pos="88000">
                <a:srgbClr val="02A8D4"/>
              </a:gs>
              <a:gs pos="100000">
                <a:srgbClr val="02A8D4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6" name="editable-brand-triangle#78"/>
          <p:cNvSpPr>
            <a:spLocks noGrp="1"/>
          </p:cNvSpPr>
          <p:nvPr/>
        </p:nvSpPr>
        <p:spPr>
          <a:xfrm>
            <a:off x="37755921" y="2196710"/>
            <a:ext cx="11496833" cy="10207045"/>
          </a:xfrm>
          <a:custGeom>
            <a:avLst/>
            <a:gdLst/>
            <a:ahLst/>
            <a:cxnLst/>
            <a:pathLst>
              <a:path w="4098068" h="3637777">
                <a:moveTo>
                  <a:pt x="4098068" y="3637777"/>
                </a:moveTo>
                <a:lnTo>
                  <a:pt x="0" y="0"/>
                </a:lnTo>
                <a:lnTo>
                  <a:pt x="21728" y="74105"/>
                </a:lnTo>
                <a:lnTo>
                  <a:pt x="4017457" y="3621038"/>
                </a:lnTo>
                <a:close/>
              </a:path>
            </a:pathLst>
          </a:custGeom>
          <a:gradFill>
            <a:gsLst>
              <a:gs pos="0">
                <a:srgbClr val="15C1E5">
                  <a:alpha val="4000"/>
                </a:srgbClr>
              </a:gs>
              <a:gs pos="8000">
                <a:srgbClr val="15C1E5">
                  <a:alpha val="70000"/>
                </a:srgbClr>
              </a:gs>
              <a:gs pos="28000">
                <a:srgbClr val="15C1E5"/>
              </a:gs>
              <a:gs pos="88000">
                <a:srgbClr val="15C1E5"/>
              </a:gs>
              <a:gs pos="100000">
                <a:srgbClr val="15C1E5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7" name="editable-brand-triangle#79"/>
          <p:cNvSpPr>
            <a:spLocks noGrp="1"/>
          </p:cNvSpPr>
          <p:nvPr/>
        </p:nvSpPr>
        <p:spPr>
          <a:xfrm>
            <a:off x="37809865" y="2380715"/>
            <a:ext cx="11242761" cy="9981476"/>
          </a:xfrm>
          <a:custGeom>
            <a:avLst/>
            <a:gdLst/>
            <a:ahLst/>
            <a:cxnLst/>
            <a:pathLst>
              <a:path w="4007503" h="3557385">
                <a:moveTo>
                  <a:pt x="4007503" y="3557385"/>
                </a:moveTo>
                <a:lnTo>
                  <a:pt x="0" y="0"/>
                </a:lnTo>
                <a:lnTo>
                  <a:pt x="21728" y="74105"/>
                </a:lnTo>
                <a:lnTo>
                  <a:pt x="3926893" y="3540646"/>
                </a:lnTo>
                <a:close/>
              </a:path>
            </a:pathLst>
          </a:custGeom>
          <a:gradFill>
            <a:gsLst>
              <a:gs pos="0">
                <a:srgbClr val="44CBE4">
                  <a:alpha val="4000"/>
                </a:srgbClr>
              </a:gs>
              <a:gs pos="8000">
                <a:srgbClr val="44CBE4">
                  <a:alpha val="70000"/>
                </a:srgbClr>
              </a:gs>
              <a:gs pos="28000">
                <a:srgbClr val="44CBE4"/>
              </a:gs>
              <a:gs pos="88000">
                <a:srgbClr val="44CBE4"/>
              </a:gs>
              <a:gs pos="100000">
                <a:srgbClr val="44CBE4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8" name="editable-brand-triangle#80"/>
          <p:cNvSpPr>
            <a:spLocks noGrp="1"/>
          </p:cNvSpPr>
          <p:nvPr/>
        </p:nvSpPr>
        <p:spPr>
          <a:xfrm>
            <a:off x="37863808" y="2564721"/>
            <a:ext cx="10988688" cy="9755907"/>
          </a:xfrm>
          <a:custGeom>
            <a:avLst/>
            <a:gdLst/>
            <a:ahLst/>
            <a:cxnLst/>
            <a:pathLst>
              <a:path w="3916938" h="3476992">
                <a:moveTo>
                  <a:pt x="3916938" y="3476992"/>
                </a:moveTo>
                <a:lnTo>
                  <a:pt x="0" y="0"/>
                </a:lnTo>
                <a:lnTo>
                  <a:pt x="21728" y="74105"/>
                </a:lnTo>
                <a:lnTo>
                  <a:pt x="3836328" y="3460253"/>
                </a:lnTo>
                <a:close/>
              </a:path>
            </a:pathLst>
          </a:custGeom>
          <a:gradFill>
            <a:gsLst>
              <a:gs pos="0">
                <a:srgbClr val="73D6E2">
                  <a:alpha val="4000"/>
                </a:srgbClr>
              </a:gs>
              <a:gs pos="8000">
                <a:srgbClr val="73D6E2">
                  <a:alpha val="70000"/>
                </a:srgbClr>
              </a:gs>
              <a:gs pos="28000">
                <a:srgbClr val="73D6E2"/>
              </a:gs>
              <a:gs pos="88000">
                <a:srgbClr val="73D6E2"/>
              </a:gs>
              <a:gs pos="100000">
                <a:srgbClr val="73D6E2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79" name="editable-brand-triangle#81"/>
          <p:cNvSpPr>
            <a:spLocks noGrp="1"/>
          </p:cNvSpPr>
          <p:nvPr/>
        </p:nvSpPr>
        <p:spPr>
          <a:xfrm>
            <a:off x="37917752" y="2748726"/>
            <a:ext cx="10734615" cy="9530338"/>
          </a:xfrm>
          <a:custGeom>
            <a:avLst/>
            <a:gdLst/>
            <a:ahLst/>
            <a:cxnLst/>
            <a:pathLst>
              <a:path w="3826374" h="3396600">
                <a:moveTo>
                  <a:pt x="3826374" y="3396600"/>
                </a:moveTo>
                <a:lnTo>
                  <a:pt x="0" y="0"/>
                </a:lnTo>
                <a:lnTo>
                  <a:pt x="21728" y="74105"/>
                </a:lnTo>
                <a:lnTo>
                  <a:pt x="3745764" y="3379861"/>
                </a:lnTo>
                <a:close/>
              </a:path>
            </a:pathLst>
          </a:custGeom>
          <a:gradFill>
            <a:gsLst>
              <a:gs pos="0">
                <a:srgbClr val="A0E0E0">
                  <a:alpha val="4000"/>
                </a:srgbClr>
              </a:gs>
              <a:gs pos="8000">
                <a:srgbClr val="A0E0E0">
                  <a:alpha val="70000"/>
                </a:srgbClr>
              </a:gs>
              <a:gs pos="28000">
                <a:srgbClr val="A0E0E0"/>
              </a:gs>
              <a:gs pos="88000">
                <a:srgbClr val="A0E0E0"/>
              </a:gs>
              <a:gs pos="100000">
                <a:srgbClr val="A0E0E0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0" name="editable-brand-triangle#82"/>
          <p:cNvSpPr>
            <a:spLocks noGrp="1"/>
          </p:cNvSpPr>
          <p:nvPr/>
        </p:nvSpPr>
        <p:spPr>
          <a:xfrm>
            <a:off x="37971696" y="2932731"/>
            <a:ext cx="10480543" cy="9304768"/>
          </a:xfrm>
          <a:custGeom>
            <a:avLst/>
            <a:gdLst/>
            <a:ahLst/>
            <a:cxnLst/>
            <a:pathLst>
              <a:path w="3735809" h="3316207">
                <a:moveTo>
                  <a:pt x="3735809" y="3316207"/>
                </a:moveTo>
                <a:lnTo>
                  <a:pt x="0" y="0"/>
                </a:lnTo>
                <a:lnTo>
                  <a:pt x="21728" y="74105"/>
                </a:lnTo>
                <a:lnTo>
                  <a:pt x="3655199" y="3299468"/>
                </a:lnTo>
                <a:close/>
              </a:path>
            </a:pathLst>
          </a:custGeom>
          <a:gradFill>
            <a:gsLst>
              <a:gs pos="0">
                <a:srgbClr val="BEE7D9">
                  <a:alpha val="4000"/>
                </a:srgbClr>
              </a:gs>
              <a:gs pos="8000">
                <a:srgbClr val="BEE7D9">
                  <a:alpha val="70000"/>
                </a:srgbClr>
              </a:gs>
              <a:gs pos="28000">
                <a:srgbClr val="BEE7D9"/>
              </a:gs>
              <a:gs pos="88000">
                <a:srgbClr val="BEE7D9"/>
              </a:gs>
              <a:gs pos="100000">
                <a:srgbClr val="BEE7D9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1" name="editable-brand-triangle#83"/>
          <p:cNvSpPr>
            <a:spLocks noGrp="1"/>
          </p:cNvSpPr>
          <p:nvPr/>
        </p:nvSpPr>
        <p:spPr>
          <a:xfrm>
            <a:off x="38025639" y="3116736"/>
            <a:ext cx="10226470" cy="9079199"/>
          </a:xfrm>
          <a:custGeom>
            <a:avLst/>
            <a:gdLst/>
            <a:ahLst/>
            <a:cxnLst/>
            <a:pathLst>
              <a:path w="3645244" h="3235815">
                <a:moveTo>
                  <a:pt x="3645244" y="3235815"/>
                </a:moveTo>
                <a:lnTo>
                  <a:pt x="0" y="0"/>
                </a:lnTo>
                <a:lnTo>
                  <a:pt x="21728" y="74105"/>
                </a:lnTo>
                <a:lnTo>
                  <a:pt x="3564634" y="3219076"/>
                </a:lnTo>
                <a:close/>
              </a:path>
            </a:pathLst>
          </a:custGeom>
          <a:gradFill>
            <a:gsLst>
              <a:gs pos="0">
                <a:srgbClr val="DBEED1">
                  <a:alpha val="4000"/>
                </a:srgbClr>
              </a:gs>
              <a:gs pos="8000">
                <a:srgbClr val="DBEED1">
                  <a:alpha val="70000"/>
                </a:srgbClr>
              </a:gs>
              <a:gs pos="28000">
                <a:srgbClr val="DBEED1"/>
              </a:gs>
              <a:gs pos="88000">
                <a:srgbClr val="DBEED1"/>
              </a:gs>
              <a:gs pos="100000">
                <a:srgbClr val="DBEED1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2" name="editable-brand-triangle#84"/>
          <p:cNvSpPr>
            <a:spLocks noGrp="1"/>
          </p:cNvSpPr>
          <p:nvPr/>
        </p:nvSpPr>
        <p:spPr>
          <a:xfrm>
            <a:off x="38079583" y="3300742"/>
            <a:ext cx="9972398" cy="8853630"/>
          </a:xfrm>
          <a:custGeom>
            <a:avLst/>
            <a:gdLst/>
            <a:ahLst/>
            <a:cxnLst/>
            <a:pathLst>
              <a:path w="3554680" h="3155422">
                <a:moveTo>
                  <a:pt x="3554680" y="3155422"/>
                </a:moveTo>
                <a:lnTo>
                  <a:pt x="0" y="0"/>
                </a:lnTo>
                <a:lnTo>
                  <a:pt x="21728" y="74105"/>
                </a:lnTo>
                <a:lnTo>
                  <a:pt x="3474070" y="3138683"/>
                </a:lnTo>
                <a:close/>
              </a:path>
            </a:pathLst>
          </a:custGeom>
          <a:gradFill>
            <a:gsLst>
              <a:gs pos="0">
                <a:srgbClr val="F9F5CA">
                  <a:alpha val="4000"/>
                </a:srgbClr>
              </a:gs>
              <a:gs pos="8000">
                <a:srgbClr val="F9F5CA">
                  <a:alpha val="70000"/>
                </a:srgbClr>
              </a:gs>
              <a:gs pos="28000">
                <a:srgbClr val="F9F5CA"/>
              </a:gs>
              <a:gs pos="88000">
                <a:srgbClr val="F9F5CA"/>
              </a:gs>
              <a:gs pos="100000">
                <a:srgbClr val="F9F5CA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3" name="editable-brand-triangle#85"/>
          <p:cNvSpPr>
            <a:spLocks noGrp="1"/>
          </p:cNvSpPr>
          <p:nvPr/>
        </p:nvSpPr>
        <p:spPr>
          <a:xfrm>
            <a:off x="38133526" y="3484747"/>
            <a:ext cx="9718325" cy="8628061"/>
          </a:xfrm>
          <a:custGeom>
            <a:avLst/>
            <a:gdLst/>
            <a:ahLst/>
            <a:cxnLst/>
            <a:pathLst>
              <a:path w="3464115" h="3075030">
                <a:moveTo>
                  <a:pt x="3464115" y="3075030"/>
                </a:moveTo>
                <a:lnTo>
                  <a:pt x="0" y="0"/>
                </a:lnTo>
                <a:lnTo>
                  <a:pt x="21728" y="74105"/>
                </a:lnTo>
                <a:lnTo>
                  <a:pt x="3383505" y="3058291"/>
                </a:lnTo>
                <a:close/>
              </a:path>
            </a:pathLst>
          </a:custGeom>
          <a:gradFill>
            <a:gsLst>
              <a:gs pos="0">
                <a:srgbClr val="F6E0A5">
                  <a:alpha val="4000"/>
                </a:srgbClr>
              </a:gs>
              <a:gs pos="8000">
                <a:srgbClr val="F6E0A5">
                  <a:alpha val="70000"/>
                </a:srgbClr>
              </a:gs>
              <a:gs pos="28000">
                <a:srgbClr val="F6E0A5"/>
              </a:gs>
              <a:gs pos="88000">
                <a:srgbClr val="F6E0A5"/>
              </a:gs>
              <a:gs pos="100000">
                <a:srgbClr val="F6E0A5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4" name="editable-brand-triangle#86"/>
          <p:cNvSpPr>
            <a:spLocks noGrp="1"/>
          </p:cNvSpPr>
          <p:nvPr/>
        </p:nvSpPr>
        <p:spPr>
          <a:xfrm>
            <a:off x="38187470" y="3668752"/>
            <a:ext cx="9464253" cy="8402492"/>
          </a:xfrm>
          <a:custGeom>
            <a:avLst/>
            <a:gdLst/>
            <a:ahLst/>
            <a:cxnLst/>
            <a:pathLst>
              <a:path w="3373550" h="2994637">
                <a:moveTo>
                  <a:pt x="3373550" y="2994637"/>
                </a:moveTo>
                <a:lnTo>
                  <a:pt x="0" y="0"/>
                </a:lnTo>
                <a:lnTo>
                  <a:pt x="21728" y="74105"/>
                </a:lnTo>
                <a:lnTo>
                  <a:pt x="3292940" y="2977898"/>
                </a:lnTo>
                <a:close/>
              </a:path>
            </a:pathLst>
          </a:custGeom>
          <a:gradFill>
            <a:gsLst>
              <a:gs pos="0">
                <a:srgbClr val="EAC478">
                  <a:alpha val="4000"/>
                </a:srgbClr>
              </a:gs>
              <a:gs pos="8000">
                <a:srgbClr val="EAC478">
                  <a:alpha val="70000"/>
                </a:srgbClr>
              </a:gs>
              <a:gs pos="28000">
                <a:srgbClr val="EAC478"/>
              </a:gs>
              <a:gs pos="88000">
                <a:srgbClr val="EAC478"/>
              </a:gs>
              <a:gs pos="100000">
                <a:srgbClr val="EAC478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5" name="editable-brand-triangle#87"/>
          <p:cNvSpPr>
            <a:spLocks noGrp="1"/>
          </p:cNvSpPr>
          <p:nvPr/>
        </p:nvSpPr>
        <p:spPr>
          <a:xfrm>
            <a:off x="38241414" y="3852757"/>
            <a:ext cx="9210180" cy="8176923"/>
          </a:xfrm>
          <a:custGeom>
            <a:avLst/>
            <a:gdLst/>
            <a:ahLst/>
            <a:cxnLst/>
            <a:pathLst>
              <a:path w="3282986" h="2914245">
                <a:moveTo>
                  <a:pt x="3282986" y="2914245"/>
                </a:moveTo>
                <a:lnTo>
                  <a:pt x="0" y="0"/>
                </a:lnTo>
                <a:lnTo>
                  <a:pt x="21728" y="74105"/>
                </a:lnTo>
                <a:lnTo>
                  <a:pt x="3202376" y="2897506"/>
                </a:lnTo>
                <a:close/>
              </a:path>
            </a:pathLst>
          </a:custGeom>
          <a:gradFill>
            <a:gsLst>
              <a:gs pos="0">
                <a:srgbClr val="DEA94C">
                  <a:alpha val="4000"/>
                </a:srgbClr>
              </a:gs>
              <a:gs pos="8000">
                <a:srgbClr val="DEA94C">
                  <a:alpha val="70000"/>
                </a:srgbClr>
              </a:gs>
              <a:gs pos="28000">
                <a:srgbClr val="DEA94C"/>
              </a:gs>
              <a:gs pos="88000">
                <a:srgbClr val="DEA94C"/>
              </a:gs>
              <a:gs pos="100000">
                <a:srgbClr val="DEA94C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6" name="editable-brand-triangle#88"/>
          <p:cNvSpPr>
            <a:spLocks noGrp="1"/>
          </p:cNvSpPr>
          <p:nvPr/>
        </p:nvSpPr>
        <p:spPr>
          <a:xfrm>
            <a:off x="38295357" y="4036763"/>
            <a:ext cx="8956107" cy="7951354"/>
          </a:xfrm>
          <a:custGeom>
            <a:avLst/>
            <a:gdLst/>
            <a:ahLst/>
            <a:cxnLst/>
            <a:pathLst>
              <a:path w="3192421" h="2833852">
                <a:moveTo>
                  <a:pt x="3192421" y="2833852"/>
                </a:moveTo>
                <a:lnTo>
                  <a:pt x="0" y="0"/>
                </a:lnTo>
                <a:lnTo>
                  <a:pt x="21728" y="74105"/>
                </a:lnTo>
                <a:lnTo>
                  <a:pt x="3111811" y="2817113"/>
                </a:lnTo>
                <a:close/>
              </a:path>
            </a:pathLst>
          </a:custGeom>
          <a:gradFill>
            <a:gsLst>
              <a:gs pos="0">
                <a:srgbClr val="BF9043">
                  <a:alpha val="4000"/>
                </a:srgbClr>
              </a:gs>
              <a:gs pos="8000">
                <a:srgbClr val="BF9043">
                  <a:alpha val="70000"/>
                </a:srgbClr>
              </a:gs>
              <a:gs pos="28000">
                <a:srgbClr val="BF9043"/>
              </a:gs>
              <a:gs pos="88000">
                <a:srgbClr val="BF9043"/>
              </a:gs>
              <a:gs pos="100000">
                <a:srgbClr val="BF9043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7" name="editable-brand-triangle#89"/>
          <p:cNvSpPr>
            <a:spLocks noGrp="1"/>
          </p:cNvSpPr>
          <p:nvPr/>
        </p:nvSpPr>
        <p:spPr>
          <a:xfrm>
            <a:off x="38349301" y="4220768"/>
            <a:ext cx="8702035" cy="7725785"/>
          </a:xfrm>
          <a:custGeom>
            <a:avLst/>
            <a:gdLst/>
            <a:ahLst/>
            <a:cxnLst/>
            <a:pathLst>
              <a:path w="3101856" h="2753460">
                <a:moveTo>
                  <a:pt x="3101856" y="2753460"/>
                </a:moveTo>
                <a:lnTo>
                  <a:pt x="0" y="0"/>
                </a:lnTo>
                <a:lnTo>
                  <a:pt x="21728" y="74105"/>
                </a:lnTo>
                <a:lnTo>
                  <a:pt x="3021246" y="2736720"/>
                </a:lnTo>
                <a:close/>
              </a:path>
            </a:pathLst>
          </a:custGeom>
          <a:gradFill>
            <a:gsLst>
              <a:gs pos="0">
                <a:srgbClr val="8C7A5E">
                  <a:alpha val="4000"/>
                </a:srgbClr>
              </a:gs>
              <a:gs pos="8000">
                <a:srgbClr val="8C7A5E">
                  <a:alpha val="70000"/>
                </a:srgbClr>
              </a:gs>
              <a:gs pos="28000">
                <a:srgbClr val="8C7A5E"/>
              </a:gs>
              <a:gs pos="88000">
                <a:srgbClr val="8C7A5E"/>
              </a:gs>
              <a:gs pos="100000">
                <a:srgbClr val="8C7A5E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8" name="editable-brand-triangle#90"/>
          <p:cNvSpPr>
            <a:spLocks noGrp="1"/>
          </p:cNvSpPr>
          <p:nvPr/>
        </p:nvSpPr>
        <p:spPr>
          <a:xfrm>
            <a:off x="38403245" y="4404773"/>
            <a:ext cx="8447962" cy="7500216"/>
          </a:xfrm>
          <a:custGeom>
            <a:avLst/>
            <a:gdLst/>
            <a:ahLst/>
            <a:cxnLst/>
            <a:pathLst>
              <a:path w="3011292" h="2673067">
                <a:moveTo>
                  <a:pt x="3011292" y="2673067"/>
                </a:moveTo>
                <a:lnTo>
                  <a:pt x="0" y="0"/>
                </a:lnTo>
                <a:lnTo>
                  <a:pt x="21728" y="74105"/>
                </a:lnTo>
                <a:lnTo>
                  <a:pt x="2930682" y="2656328"/>
                </a:lnTo>
                <a:close/>
              </a:path>
            </a:pathLst>
          </a:custGeom>
          <a:gradFill>
            <a:gsLst>
              <a:gs pos="0">
                <a:srgbClr val="596479">
                  <a:alpha val="4000"/>
                </a:srgbClr>
              </a:gs>
              <a:gs pos="8000">
                <a:srgbClr val="596479">
                  <a:alpha val="70000"/>
                </a:srgbClr>
              </a:gs>
              <a:gs pos="28000">
                <a:srgbClr val="596479"/>
              </a:gs>
              <a:gs pos="88000">
                <a:srgbClr val="596479"/>
              </a:gs>
              <a:gs pos="100000">
                <a:srgbClr val="596479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89" name="editable-brand-triangle#91"/>
          <p:cNvSpPr>
            <a:spLocks noGrp="1"/>
          </p:cNvSpPr>
          <p:nvPr/>
        </p:nvSpPr>
        <p:spPr>
          <a:xfrm>
            <a:off x="38457188" y="4588778"/>
            <a:ext cx="8193890" cy="7274647"/>
          </a:xfrm>
          <a:custGeom>
            <a:avLst/>
            <a:gdLst/>
            <a:ahLst/>
            <a:cxnLst/>
            <a:pathLst>
              <a:path w="2920727" h="2592674">
                <a:moveTo>
                  <a:pt x="2920727" y="2592674"/>
                </a:moveTo>
                <a:lnTo>
                  <a:pt x="0" y="0"/>
                </a:lnTo>
                <a:lnTo>
                  <a:pt x="21728" y="74105"/>
                </a:lnTo>
                <a:lnTo>
                  <a:pt x="2840117" y="2575935"/>
                </a:lnTo>
                <a:close/>
              </a:path>
            </a:pathLst>
          </a:custGeom>
          <a:gradFill>
            <a:gsLst>
              <a:gs pos="0">
                <a:srgbClr val="2E508C">
                  <a:alpha val="4000"/>
                </a:srgbClr>
              </a:gs>
              <a:gs pos="8000">
                <a:srgbClr val="2E508C">
                  <a:alpha val="70000"/>
                </a:srgbClr>
              </a:gs>
              <a:gs pos="28000">
                <a:srgbClr val="2E508C"/>
              </a:gs>
              <a:gs pos="88000">
                <a:srgbClr val="2E508C"/>
              </a:gs>
              <a:gs pos="100000">
                <a:srgbClr val="2E508C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0" name="editable-brand-triangle#92"/>
          <p:cNvSpPr>
            <a:spLocks noGrp="1"/>
          </p:cNvSpPr>
          <p:nvPr/>
        </p:nvSpPr>
        <p:spPr>
          <a:xfrm>
            <a:off x="38511132" y="4772784"/>
            <a:ext cx="7939817" cy="7049078"/>
          </a:xfrm>
          <a:custGeom>
            <a:avLst/>
            <a:gdLst/>
            <a:ahLst/>
            <a:cxnLst/>
            <a:pathLst>
              <a:path w="2830163" h="2512282">
                <a:moveTo>
                  <a:pt x="2830163" y="2512282"/>
                </a:moveTo>
                <a:lnTo>
                  <a:pt x="0" y="0"/>
                </a:lnTo>
                <a:lnTo>
                  <a:pt x="21728" y="74105"/>
                </a:lnTo>
                <a:lnTo>
                  <a:pt x="2749552" y="2495543"/>
                </a:lnTo>
                <a:close/>
              </a:path>
            </a:pathLst>
          </a:custGeom>
          <a:gradFill>
            <a:gsLst>
              <a:gs pos="0">
                <a:srgbClr val="25467F">
                  <a:alpha val="4000"/>
                </a:srgbClr>
              </a:gs>
              <a:gs pos="8000">
                <a:srgbClr val="25467F">
                  <a:alpha val="70000"/>
                </a:srgbClr>
              </a:gs>
              <a:gs pos="28000">
                <a:srgbClr val="25467F"/>
              </a:gs>
              <a:gs pos="88000">
                <a:srgbClr val="25467F"/>
              </a:gs>
              <a:gs pos="100000">
                <a:srgbClr val="25467F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1" name="editable-brand-triangle#93"/>
          <p:cNvSpPr>
            <a:spLocks noGrp="1"/>
          </p:cNvSpPr>
          <p:nvPr/>
        </p:nvSpPr>
        <p:spPr>
          <a:xfrm>
            <a:off x="38565075" y="4956789"/>
            <a:ext cx="7685744" cy="6823508"/>
          </a:xfrm>
          <a:custGeom>
            <a:avLst/>
            <a:gdLst/>
            <a:ahLst/>
            <a:cxnLst/>
            <a:pathLst>
              <a:path w="2739598" h="2431889">
                <a:moveTo>
                  <a:pt x="2739598" y="2431889"/>
                </a:moveTo>
                <a:lnTo>
                  <a:pt x="0" y="0"/>
                </a:lnTo>
                <a:lnTo>
                  <a:pt x="21728" y="74105"/>
                </a:lnTo>
                <a:lnTo>
                  <a:pt x="2658988" y="2415150"/>
                </a:lnTo>
                <a:close/>
              </a:path>
            </a:pathLst>
          </a:custGeom>
          <a:gradFill>
            <a:gsLst>
              <a:gs pos="0">
                <a:srgbClr val="1C3B72">
                  <a:alpha val="4000"/>
                </a:srgbClr>
              </a:gs>
              <a:gs pos="8000">
                <a:srgbClr val="1C3B72">
                  <a:alpha val="70000"/>
                </a:srgbClr>
              </a:gs>
              <a:gs pos="28000">
                <a:srgbClr val="1C3B72"/>
              </a:gs>
              <a:gs pos="88000">
                <a:srgbClr val="1C3B72"/>
              </a:gs>
              <a:gs pos="100000">
                <a:srgbClr val="1C3B72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2" name="editable-brand-triangle#94"/>
          <p:cNvSpPr>
            <a:spLocks noGrp="1"/>
          </p:cNvSpPr>
          <p:nvPr/>
        </p:nvSpPr>
        <p:spPr>
          <a:xfrm>
            <a:off x="38619019" y="5140794"/>
            <a:ext cx="7431672" cy="6597939"/>
          </a:xfrm>
          <a:custGeom>
            <a:avLst/>
            <a:gdLst/>
            <a:ahLst/>
            <a:cxnLst/>
            <a:pathLst>
              <a:path w="2649033" h="2351497">
                <a:moveTo>
                  <a:pt x="2649033" y="2351497"/>
                </a:moveTo>
                <a:lnTo>
                  <a:pt x="0" y="0"/>
                </a:lnTo>
                <a:lnTo>
                  <a:pt x="21728" y="74105"/>
                </a:lnTo>
                <a:lnTo>
                  <a:pt x="2568423" y="2334758"/>
                </a:lnTo>
                <a:close/>
              </a:path>
            </a:pathLst>
          </a:custGeom>
          <a:gradFill>
            <a:gsLst>
              <a:gs pos="0">
                <a:srgbClr val="133165">
                  <a:alpha val="4000"/>
                </a:srgbClr>
              </a:gs>
              <a:gs pos="8000">
                <a:srgbClr val="133165">
                  <a:alpha val="70000"/>
                </a:srgbClr>
              </a:gs>
              <a:gs pos="28000">
                <a:srgbClr val="133165"/>
              </a:gs>
              <a:gs pos="88000">
                <a:srgbClr val="133165"/>
              </a:gs>
              <a:gs pos="100000">
                <a:srgbClr val="133165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3" name="editable-brand-triangle#95"/>
          <p:cNvSpPr>
            <a:spLocks noGrp="1"/>
          </p:cNvSpPr>
          <p:nvPr/>
        </p:nvSpPr>
        <p:spPr>
          <a:xfrm>
            <a:off x="38672963" y="5324799"/>
            <a:ext cx="7177599" cy="6372370"/>
          </a:xfrm>
          <a:custGeom>
            <a:avLst/>
            <a:gdLst/>
            <a:ahLst/>
            <a:cxnLst/>
            <a:pathLst>
              <a:path w="2558469" h="2271104">
                <a:moveTo>
                  <a:pt x="2558469" y="2271104"/>
                </a:moveTo>
                <a:lnTo>
                  <a:pt x="0" y="0"/>
                </a:lnTo>
                <a:lnTo>
                  <a:pt x="21728" y="74105"/>
                </a:lnTo>
                <a:lnTo>
                  <a:pt x="2477859" y="2254365"/>
                </a:lnTo>
                <a:close/>
              </a:path>
            </a:pathLst>
          </a:custGeom>
          <a:gradFill>
            <a:gsLst>
              <a:gs pos="0">
                <a:srgbClr val="125583">
                  <a:alpha val="4000"/>
                </a:srgbClr>
              </a:gs>
              <a:gs pos="8000">
                <a:srgbClr val="125583">
                  <a:alpha val="70000"/>
                </a:srgbClr>
              </a:gs>
              <a:gs pos="28000">
                <a:srgbClr val="125583"/>
              </a:gs>
              <a:gs pos="88000">
                <a:srgbClr val="125583"/>
              </a:gs>
              <a:gs pos="100000">
                <a:srgbClr val="125583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4" name="editable-brand-triangle#96"/>
          <p:cNvSpPr>
            <a:spLocks noGrp="1"/>
          </p:cNvSpPr>
          <p:nvPr/>
        </p:nvSpPr>
        <p:spPr>
          <a:xfrm>
            <a:off x="38726906" y="5508805"/>
            <a:ext cx="6923527" cy="6146801"/>
          </a:xfrm>
          <a:custGeom>
            <a:avLst/>
            <a:gdLst/>
            <a:ahLst/>
            <a:cxnLst/>
            <a:pathLst>
              <a:path w="2467904" h="2190712">
                <a:moveTo>
                  <a:pt x="2467904" y="2190712"/>
                </a:moveTo>
                <a:lnTo>
                  <a:pt x="0" y="0"/>
                </a:lnTo>
                <a:lnTo>
                  <a:pt x="21728" y="74105"/>
                </a:lnTo>
                <a:lnTo>
                  <a:pt x="2387294" y="2173973"/>
                </a:lnTo>
                <a:close/>
              </a:path>
            </a:pathLst>
          </a:custGeom>
          <a:gradFill>
            <a:gsLst>
              <a:gs pos="0">
                <a:srgbClr val="127DA5">
                  <a:alpha val="4000"/>
                </a:srgbClr>
              </a:gs>
              <a:gs pos="8000">
                <a:srgbClr val="127DA5">
                  <a:alpha val="70000"/>
                </a:srgbClr>
              </a:gs>
              <a:gs pos="28000">
                <a:srgbClr val="127DA5"/>
              </a:gs>
              <a:gs pos="88000">
                <a:srgbClr val="127DA5"/>
              </a:gs>
              <a:gs pos="100000">
                <a:srgbClr val="127DA5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5" name="editable-brand-triangle#97"/>
          <p:cNvSpPr>
            <a:spLocks noGrp="1"/>
          </p:cNvSpPr>
          <p:nvPr/>
        </p:nvSpPr>
        <p:spPr>
          <a:xfrm>
            <a:off x="38780850" y="5692810"/>
            <a:ext cx="6669454" cy="5921232"/>
          </a:xfrm>
          <a:custGeom>
            <a:avLst/>
            <a:gdLst/>
            <a:ahLst/>
            <a:cxnLst/>
            <a:pathLst>
              <a:path w="2377339" h="2110319">
                <a:moveTo>
                  <a:pt x="2377339" y="2110319"/>
                </a:moveTo>
                <a:lnTo>
                  <a:pt x="0" y="0"/>
                </a:lnTo>
                <a:lnTo>
                  <a:pt x="21728" y="74105"/>
                </a:lnTo>
                <a:lnTo>
                  <a:pt x="2296729" y="2093580"/>
                </a:lnTo>
                <a:close/>
              </a:path>
            </a:pathLst>
          </a:custGeom>
          <a:gradFill>
            <a:gsLst>
              <a:gs pos="0">
                <a:srgbClr val="12A6C7">
                  <a:alpha val="4000"/>
                </a:srgbClr>
              </a:gs>
              <a:gs pos="8000">
                <a:srgbClr val="12A6C7">
                  <a:alpha val="70000"/>
                </a:srgbClr>
              </a:gs>
              <a:gs pos="28000">
                <a:srgbClr val="12A6C7"/>
              </a:gs>
              <a:gs pos="88000">
                <a:srgbClr val="12A6C7"/>
              </a:gs>
              <a:gs pos="100000">
                <a:srgbClr val="12A6C7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6" name="editable-brand-triangle#98"/>
          <p:cNvSpPr>
            <a:spLocks noGrp="1"/>
          </p:cNvSpPr>
          <p:nvPr/>
        </p:nvSpPr>
        <p:spPr>
          <a:xfrm>
            <a:off x="38834793" y="5876815"/>
            <a:ext cx="6415382" cy="5695663"/>
          </a:xfrm>
          <a:custGeom>
            <a:avLst/>
            <a:gdLst/>
            <a:ahLst/>
            <a:cxnLst/>
            <a:pathLst>
              <a:path w="2286775" h="2029927">
                <a:moveTo>
                  <a:pt x="2286775" y="2029927"/>
                </a:moveTo>
                <a:lnTo>
                  <a:pt x="0" y="0"/>
                </a:lnTo>
                <a:lnTo>
                  <a:pt x="21728" y="74105"/>
                </a:lnTo>
                <a:lnTo>
                  <a:pt x="2206165" y="2013188"/>
                </a:lnTo>
                <a:close/>
              </a:path>
            </a:pathLst>
          </a:custGeom>
          <a:gradFill>
            <a:gsLst>
              <a:gs pos="0">
                <a:srgbClr val="33C0D8">
                  <a:alpha val="4000"/>
                </a:srgbClr>
              </a:gs>
              <a:gs pos="8000">
                <a:srgbClr val="33C0D8">
                  <a:alpha val="70000"/>
                </a:srgbClr>
              </a:gs>
              <a:gs pos="28000">
                <a:srgbClr val="33C0D8"/>
              </a:gs>
              <a:gs pos="88000">
                <a:srgbClr val="33C0D8"/>
              </a:gs>
              <a:gs pos="100000">
                <a:srgbClr val="33C0D8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7" name="editable-brand-triangle#99"/>
          <p:cNvSpPr>
            <a:spLocks noGrp="1"/>
          </p:cNvSpPr>
          <p:nvPr/>
        </p:nvSpPr>
        <p:spPr>
          <a:xfrm>
            <a:off x="38888737" y="6060820"/>
            <a:ext cx="6161309" cy="5470094"/>
          </a:xfrm>
          <a:custGeom>
            <a:avLst/>
            <a:gdLst/>
            <a:ahLst/>
            <a:cxnLst/>
            <a:pathLst>
              <a:path w="2196210" h="1949534">
                <a:moveTo>
                  <a:pt x="2196210" y="1949534"/>
                </a:moveTo>
                <a:lnTo>
                  <a:pt x="0" y="0"/>
                </a:lnTo>
                <a:lnTo>
                  <a:pt x="21728" y="74105"/>
                </a:lnTo>
                <a:lnTo>
                  <a:pt x="2115600" y="1932795"/>
                </a:lnTo>
                <a:close/>
              </a:path>
            </a:pathLst>
          </a:custGeom>
          <a:gradFill>
            <a:gsLst>
              <a:gs pos="0">
                <a:srgbClr val="69D1DE">
                  <a:alpha val="4000"/>
                </a:srgbClr>
              </a:gs>
              <a:gs pos="8000">
                <a:srgbClr val="69D1DE">
                  <a:alpha val="70000"/>
                </a:srgbClr>
              </a:gs>
              <a:gs pos="28000">
                <a:srgbClr val="69D1DE"/>
              </a:gs>
              <a:gs pos="88000">
                <a:srgbClr val="69D1DE"/>
              </a:gs>
              <a:gs pos="100000">
                <a:srgbClr val="69D1DE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8" name="editable-brand-triangle#100"/>
          <p:cNvSpPr>
            <a:spLocks noGrp="1"/>
          </p:cNvSpPr>
          <p:nvPr/>
        </p:nvSpPr>
        <p:spPr>
          <a:xfrm>
            <a:off x="38942681" y="6244826"/>
            <a:ext cx="5907236" cy="5244525"/>
          </a:xfrm>
          <a:custGeom>
            <a:avLst/>
            <a:gdLst/>
            <a:ahLst/>
            <a:cxnLst/>
            <a:pathLst>
              <a:path w="2105645" h="1869142">
                <a:moveTo>
                  <a:pt x="2105645" y="1869142"/>
                </a:moveTo>
                <a:lnTo>
                  <a:pt x="0" y="0"/>
                </a:lnTo>
                <a:lnTo>
                  <a:pt x="21728" y="74105"/>
                </a:lnTo>
                <a:lnTo>
                  <a:pt x="2025035" y="1852403"/>
                </a:lnTo>
                <a:close/>
              </a:path>
            </a:pathLst>
          </a:custGeom>
          <a:gradFill>
            <a:gsLst>
              <a:gs pos="0">
                <a:srgbClr val="9FE2E3">
                  <a:alpha val="4000"/>
                </a:srgbClr>
              </a:gs>
              <a:gs pos="8000">
                <a:srgbClr val="9FE2E3">
                  <a:alpha val="70000"/>
                </a:srgbClr>
              </a:gs>
              <a:gs pos="28000">
                <a:srgbClr val="9FE2E3"/>
              </a:gs>
              <a:gs pos="88000">
                <a:srgbClr val="9FE2E3"/>
              </a:gs>
              <a:gs pos="100000">
                <a:srgbClr val="9FE2E3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99" name="editable-brand-triangle#101"/>
          <p:cNvSpPr>
            <a:spLocks noGrp="1"/>
          </p:cNvSpPr>
          <p:nvPr/>
        </p:nvSpPr>
        <p:spPr>
          <a:xfrm>
            <a:off x="38996624" y="6428831"/>
            <a:ext cx="5653164" cy="5018956"/>
          </a:xfrm>
          <a:custGeom>
            <a:avLst/>
            <a:gdLst/>
            <a:ahLst/>
            <a:cxnLst/>
            <a:pathLst>
              <a:path w="2015081" h="1788749">
                <a:moveTo>
                  <a:pt x="2015081" y="1788749"/>
                </a:moveTo>
                <a:lnTo>
                  <a:pt x="0" y="0"/>
                </a:lnTo>
                <a:lnTo>
                  <a:pt x="21728" y="74105"/>
                </a:lnTo>
                <a:lnTo>
                  <a:pt x="1934471" y="1772010"/>
                </a:lnTo>
                <a:close/>
              </a:path>
            </a:pathLst>
          </a:custGeom>
          <a:gradFill>
            <a:gsLst>
              <a:gs pos="0">
                <a:srgbClr val="B5DCDA">
                  <a:alpha val="4000"/>
                </a:srgbClr>
              </a:gs>
              <a:gs pos="8000">
                <a:srgbClr val="B5DCDA">
                  <a:alpha val="70000"/>
                </a:srgbClr>
              </a:gs>
              <a:gs pos="28000">
                <a:srgbClr val="B5DCDA"/>
              </a:gs>
              <a:gs pos="88000">
                <a:srgbClr val="B5DCDA"/>
              </a:gs>
              <a:gs pos="100000">
                <a:srgbClr val="B5DCDA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100" name="editable-brand-triangle#102"/>
          <p:cNvSpPr>
            <a:spLocks noGrp="1"/>
          </p:cNvSpPr>
          <p:nvPr/>
        </p:nvSpPr>
        <p:spPr>
          <a:xfrm>
            <a:off x="39050568" y="6612836"/>
            <a:ext cx="5399091" cy="4793387"/>
          </a:xfrm>
          <a:custGeom>
            <a:avLst/>
            <a:gdLst/>
            <a:ahLst/>
            <a:cxnLst/>
            <a:pathLst>
              <a:path w="1924516" h="1708357">
                <a:moveTo>
                  <a:pt x="1924516" y="1708357"/>
                </a:moveTo>
                <a:lnTo>
                  <a:pt x="0" y="0"/>
                </a:lnTo>
                <a:lnTo>
                  <a:pt x="21728" y="74105"/>
                </a:lnTo>
                <a:lnTo>
                  <a:pt x="1843906" y="1691618"/>
                </a:lnTo>
                <a:close/>
              </a:path>
            </a:pathLst>
          </a:custGeom>
          <a:gradFill>
            <a:gsLst>
              <a:gs pos="0">
                <a:srgbClr val="7EA2AE">
                  <a:alpha val="4000"/>
                </a:srgbClr>
              </a:gs>
              <a:gs pos="8000">
                <a:srgbClr val="7EA2AE">
                  <a:alpha val="70000"/>
                </a:srgbClr>
              </a:gs>
              <a:gs pos="28000">
                <a:srgbClr val="7EA2AE"/>
              </a:gs>
              <a:gs pos="88000">
                <a:srgbClr val="7EA2AE"/>
              </a:gs>
              <a:gs pos="100000">
                <a:srgbClr val="7EA2AE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101" name="editable-brand-triangle#103"/>
          <p:cNvSpPr>
            <a:spLocks noGrp="1"/>
          </p:cNvSpPr>
          <p:nvPr/>
        </p:nvSpPr>
        <p:spPr>
          <a:xfrm>
            <a:off x="39104511" y="6796841"/>
            <a:ext cx="5145019" cy="4567818"/>
          </a:xfrm>
          <a:custGeom>
            <a:avLst/>
            <a:gdLst/>
            <a:ahLst/>
            <a:cxnLst/>
            <a:pathLst>
              <a:path w="1833951" h="1627964">
                <a:moveTo>
                  <a:pt x="1833951" y="1627964"/>
                </a:moveTo>
                <a:lnTo>
                  <a:pt x="0" y="0"/>
                </a:lnTo>
                <a:lnTo>
                  <a:pt x="21728" y="74105"/>
                </a:lnTo>
                <a:lnTo>
                  <a:pt x="1753341" y="1611225"/>
                </a:lnTo>
                <a:close/>
              </a:path>
            </a:pathLst>
          </a:custGeom>
          <a:gradFill>
            <a:gsLst>
              <a:gs pos="0">
                <a:srgbClr val="476783">
                  <a:alpha val="4000"/>
                </a:srgbClr>
              </a:gs>
              <a:gs pos="8000">
                <a:srgbClr val="476783">
                  <a:alpha val="70000"/>
                </a:srgbClr>
              </a:gs>
              <a:gs pos="28000">
                <a:srgbClr val="476783"/>
              </a:gs>
              <a:gs pos="88000">
                <a:srgbClr val="476783"/>
              </a:gs>
              <a:gs pos="100000">
                <a:srgbClr val="476783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102" name="editable-brand-triangle#104"/>
          <p:cNvSpPr>
            <a:spLocks noGrp="1"/>
          </p:cNvSpPr>
          <p:nvPr/>
        </p:nvSpPr>
        <p:spPr>
          <a:xfrm>
            <a:off x="39158455" y="6980846"/>
            <a:ext cx="4890946" cy="4342248"/>
          </a:xfrm>
          <a:custGeom>
            <a:avLst/>
            <a:gdLst/>
            <a:ahLst/>
            <a:cxnLst/>
            <a:pathLst>
              <a:path w="1743387" h="1547572">
                <a:moveTo>
                  <a:pt x="1743387" y="1547572"/>
                </a:moveTo>
                <a:lnTo>
                  <a:pt x="0" y="0"/>
                </a:lnTo>
                <a:lnTo>
                  <a:pt x="21728" y="74105"/>
                </a:lnTo>
                <a:lnTo>
                  <a:pt x="1662777" y="1530833"/>
                </a:lnTo>
                <a:close/>
              </a:path>
            </a:pathLst>
          </a:custGeom>
          <a:gradFill>
            <a:gsLst>
              <a:gs pos="0">
                <a:srgbClr val="102D57">
                  <a:alpha val="4000"/>
                </a:srgbClr>
              </a:gs>
              <a:gs pos="8000">
                <a:srgbClr val="102D57">
                  <a:alpha val="70000"/>
                </a:srgbClr>
              </a:gs>
              <a:gs pos="28000">
                <a:srgbClr val="102D57"/>
              </a:gs>
              <a:gs pos="88000">
                <a:srgbClr val="102D57"/>
              </a:gs>
              <a:gs pos="100000">
                <a:srgbClr val="102D57">
                  <a:alpha val="30000"/>
                </a:srgbClr>
              </a:gs>
            </a:gsLst>
            <a:lin ang="13295691"/>
          </a:gradFill>
          <a:ln w="0">
            <a:noFill/>
          </a:ln>
        </p:spPr>
      </p:sp>
      <p:sp>
        <p:nvSpPr>
          <p:cNvPr id="103" name="registration-track#105"/>
          <p:cNvSpPr>
            <a:spLocks noGrp="1"/>
          </p:cNvSpPr>
          <p:nvPr/>
        </p:nvSpPr>
        <p:spPr>
          <a:xfrm>
            <a:off x="2805779" y="4810624"/>
            <a:ext cx="28859438" cy="14431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735" b="0">
                <a:solidFill>
                  <a:srgbClr val="00CBE9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6735" b="0">
                <a:solidFill>
                  <a:srgbClr val="00CBE9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6735" b="0">
                <a:solidFill>
                  <a:srgbClr val="00CBE9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 Black"/>
              </a:rPr>
              <a:t>赛道：智能服务</a:t>
            </a:r>
            <a:endParaRPr sz="6735" b="0">
              <a:solidFill>
                <a:srgbClr val="00CBE9"/>
              </a:solidFill>
              <a:latin typeface="PingFang SC Regular" panose="020B0400000000000000" charset="-122"/>
              <a:ea typeface="PingFang SC Regular" panose="020B0400000000000000" charset="-122"/>
              <a:cs typeface="Noto Sans SC Black"/>
            </a:endParaRPr>
          </a:p>
        </p:txBody>
      </p:sp>
      <p:sp>
        <p:nvSpPr>
          <p:cNvPr id="104" name="closing-thanks-en#106"/>
          <p:cNvSpPr>
            <a:spLocks noGrp="1"/>
          </p:cNvSpPr>
          <p:nvPr/>
        </p:nvSpPr>
        <p:spPr>
          <a:xfrm>
            <a:off x="2645448" y="8391866"/>
            <a:ext cx="14162502" cy="3714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09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2209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22095" b="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 Black"/>
              </a:rPr>
              <a:t>THANKS</a:t>
            </a:r>
            <a:endParaRPr sz="22095" b="0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  <a:cs typeface="Noto Sans SC Black"/>
            </a:endParaRPr>
          </a:p>
        </p:txBody>
      </p:sp>
      <p:sp>
        <p:nvSpPr>
          <p:cNvPr id="105" name="closing-thanks-cn#107"/>
          <p:cNvSpPr>
            <a:spLocks noGrp="1"/>
          </p:cNvSpPr>
          <p:nvPr/>
        </p:nvSpPr>
        <p:spPr>
          <a:xfrm>
            <a:off x="16701063" y="8391866"/>
            <a:ext cx="15231370" cy="3714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09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2209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endParaRPr sz="22095" b="0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  <a:cs typeface="Noto Sans SC Black"/>
            </a:endParaRPr>
          </a:p>
        </p:txBody>
      </p:sp>
      <p:sp>
        <p:nvSpPr>
          <p:cNvPr id="106" name="registration-work#108"/>
          <p:cNvSpPr>
            <a:spLocks noGrp="1"/>
          </p:cNvSpPr>
          <p:nvPr/>
        </p:nvSpPr>
        <p:spPr>
          <a:xfrm>
            <a:off x="2805779" y="14164615"/>
            <a:ext cx="29661089" cy="15500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31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631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6315" b="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 Black"/>
              </a:rPr>
              <a:t>作品名称：</a:t>
            </a:r>
            <a:r>
              <a:rPr lang="zh-CN" altLang="en-US" sz="6315" b="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 Black"/>
              </a:rPr>
              <a:t>基于本体论与自进化闭环的经营归因智能客服系统</a:t>
            </a:r>
            <a:endParaRPr lang="zh-CN" altLang="en-US" sz="6315" b="0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  <a:cs typeface="Noto Sans SC Black"/>
            </a:endParaRPr>
          </a:p>
        </p:txBody>
      </p:sp>
      <p:sp>
        <p:nvSpPr>
          <p:cNvPr id="107" name="registration-team#109"/>
          <p:cNvSpPr>
            <a:spLocks noGrp="1"/>
          </p:cNvSpPr>
          <p:nvPr/>
        </p:nvSpPr>
        <p:spPr>
          <a:xfrm>
            <a:off x="2805779" y="16783732"/>
            <a:ext cx="13093634" cy="138973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31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631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6315" b="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队伍名称：OntoCare 本体队</a:t>
            </a:r>
            <a:endParaRPr sz="6315" b="0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108" name="registration-members#110"/>
          <p:cNvSpPr>
            <a:spLocks noGrp="1"/>
          </p:cNvSpPr>
          <p:nvPr/>
        </p:nvSpPr>
        <p:spPr>
          <a:xfrm>
            <a:off x="16300238" y="16783732"/>
            <a:ext cx="16033021" cy="138973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31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defPPr>
          </a:lstStyle>
          <a:p>
            <a:pPr algn="l">
              <a:lnSpc>
                <a:spcPct val="113000"/>
              </a:lnSpc>
              <a:buNone/>
              <a:defRPr sz="6315" b="0">
                <a:solidFill>
                  <a:srgbClr val="FFFFFF"/>
                </a:solidFill>
                <a:latin typeface="Noto Sans SC Black"/>
                <a:ea typeface="Noto Sans SC Black"/>
                <a:cs typeface="Noto Sans SC Black"/>
              </a:defRPr>
            </a:pPr>
            <a:r>
              <a:rPr sz="6315" b="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 Black"/>
              </a:rPr>
              <a:t>队伍成员：蒋恩晶、叶品驿、雷景喻</a:t>
            </a:r>
            <a:endParaRPr sz="6315" b="0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  <a:cs typeface="Noto Sans SC Black"/>
            </a:endParaRPr>
          </a:p>
        </p:txBody>
      </p:sp>
      <p:sp>
        <p:nvSpPr>
          <p:cNvPr id="109" name="ANKER-original-editable-vector"/>
          <p:cNvSpPr>
            <a:spLocks noGrp="1"/>
          </p:cNvSpPr>
          <p:nvPr/>
        </p:nvSpPr>
        <p:spPr>
          <a:xfrm>
            <a:off x="801651" y="801771"/>
            <a:ext cx="4409081" cy="796203"/>
          </a:xfrm>
          <a:custGeom>
            <a:avLst/>
            <a:gdLst/>
            <a:ahLst/>
            <a:cxnLst/>
            <a:pathLst>
              <a:path w="10972800" h="1981200">
                <a:moveTo>
                  <a:pt x="914400" y="0"/>
                </a:moveTo>
                <a:lnTo>
                  <a:pt x="1295400" y="0"/>
                </a:lnTo>
                <a:lnTo>
                  <a:pt x="1295400" y="9525"/>
                </a:lnTo>
                <a:lnTo>
                  <a:pt x="1304925" y="9525"/>
                </a:lnTo>
                <a:lnTo>
                  <a:pt x="1314450" y="57150"/>
                </a:lnTo>
                <a:lnTo>
                  <a:pt x="1323975" y="57150"/>
                </a:lnTo>
                <a:lnTo>
                  <a:pt x="1323975" y="76200"/>
                </a:lnTo>
                <a:lnTo>
                  <a:pt x="1333500" y="76200"/>
                </a:lnTo>
                <a:lnTo>
                  <a:pt x="1333500" y="95250"/>
                </a:lnTo>
                <a:lnTo>
                  <a:pt x="1343025" y="95250"/>
                </a:lnTo>
                <a:lnTo>
                  <a:pt x="1343025" y="114300"/>
                </a:lnTo>
                <a:lnTo>
                  <a:pt x="1352550" y="114300"/>
                </a:lnTo>
                <a:lnTo>
                  <a:pt x="1371600" y="171450"/>
                </a:lnTo>
                <a:lnTo>
                  <a:pt x="1381125" y="171450"/>
                </a:lnTo>
                <a:lnTo>
                  <a:pt x="1381125" y="200025"/>
                </a:lnTo>
                <a:lnTo>
                  <a:pt x="1390650" y="200025"/>
                </a:lnTo>
                <a:lnTo>
                  <a:pt x="1390650" y="219075"/>
                </a:lnTo>
                <a:lnTo>
                  <a:pt x="1400175" y="219075"/>
                </a:lnTo>
                <a:lnTo>
                  <a:pt x="1400175" y="238125"/>
                </a:lnTo>
                <a:lnTo>
                  <a:pt x="1409700" y="238125"/>
                </a:lnTo>
                <a:lnTo>
                  <a:pt x="1409700" y="257175"/>
                </a:lnTo>
                <a:lnTo>
                  <a:pt x="1419225" y="257175"/>
                </a:lnTo>
                <a:lnTo>
                  <a:pt x="1438275" y="314325"/>
                </a:lnTo>
                <a:lnTo>
                  <a:pt x="1447800" y="314325"/>
                </a:lnTo>
                <a:lnTo>
                  <a:pt x="1447800" y="342900"/>
                </a:lnTo>
                <a:lnTo>
                  <a:pt x="1457325" y="342900"/>
                </a:lnTo>
                <a:lnTo>
                  <a:pt x="1457325" y="361950"/>
                </a:lnTo>
                <a:lnTo>
                  <a:pt x="1466850" y="361950"/>
                </a:lnTo>
                <a:lnTo>
                  <a:pt x="1466850" y="381000"/>
                </a:lnTo>
                <a:lnTo>
                  <a:pt x="1476375" y="381000"/>
                </a:lnTo>
                <a:lnTo>
                  <a:pt x="1476375" y="400050"/>
                </a:lnTo>
                <a:lnTo>
                  <a:pt x="1485900" y="400050"/>
                </a:lnTo>
                <a:lnTo>
                  <a:pt x="1485900" y="419100"/>
                </a:lnTo>
                <a:lnTo>
                  <a:pt x="1495425" y="419100"/>
                </a:lnTo>
                <a:lnTo>
                  <a:pt x="1495425" y="438150"/>
                </a:lnTo>
                <a:lnTo>
                  <a:pt x="1504950" y="438150"/>
                </a:lnTo>
                <a:lnTo>
                  <a:pt x="1504950" y="457200"/>
                </a:lnTo>
                <a:lnTo>
                  <a:pt x="1514475" y="457200"/>
                </a:lnTo>
                <a:lnTo>
                  <a:pt x="1514475" y="485775"/>
                </a:lnTo>
                <a:lnTo>
                  <a:pt x="1524000" y="485775"/>
                </a:lnTo>
                <a:lnTo>
                  <a:pt x="1524000" y="504825"/>
                </a:lnTo>
                <a:lnTo>
                  <a:pt x="1533525" y="504825"/>
                </a:lnTo>
                <a:lnTo>
                  <a:pt x="1533525" y="523875"/>
                </a:lnTo>
                <a:lnTo>
                  <a:pt x="1543050" y="523875"/>
                </a:lnTo>
                <a:lnTo>
                  <a:pt x="1543050" y="542925"/>
                </a:lnTo>
                <a:lnTo>
                  <a:pt x="1552575" y="542925"/>
                </a:lnTo>
                <a:lnTo>
                  <a:pt x="1552575" y="561975"/>
                </a:lnTo>
                <a:lnTo>
                  <a:pt x="1562100" y="561975"/>
                </a:lnTo>
                <a:lnTo>
                  <a:pt x="1562100" y="581025"/>
                </a:lnTo>
                <a:lnTo>
                  <a:pt x="1571625" y="581025"/>
                </a:lnTo>
                <a:lnTo>
                  <a:pt x="1571625" y="609600"/>
                </a:lnTo>
                <a:lnTo>
                  <a:pt x="1581150" y="609600"/>
                </a:lnTo>
                <a:lnTo>
                  <a:pt x="1581150" y="628650"/>
                </a:lnTo>
                <a:lnTo>
                  <a:pt x="1590675" y="628650"/>
                </a:lnTo>
                <a:lnTo>
                  <a:pt x="1590675" y="647700"/>
                </a:lnTo>
                <a:lnTo>
                  <a:pt x="1600200" y="647700"/>
                </a:lnTo>
                <a:lnTo>
                  <a:pt x="1600200" y="666750"/>
                </a:lnTo>
                <a:lnTo>
                  <a:pt x="1609725" y="666750"/>
                </a:lnTo>
                <a:lnTo>
                  <a:pt x="1609725" y="685800"/>
                </a:lnTo>
                <a:lnTo>
                  <a:pt x="1619250" y="685800"/>
                </a:lnTo>
                <a:lnTo>
                  <a:pt x="1619250" y="704850"/>
                </a:lnTo>
                <a:lnTo>
                  <a:pt x="1628775" y="704850"/>
                </a:lnTo>
                <a:lnTo>
                  <a:pt x="1628775" y="723900"/>
                </a:lnTo>
                <a:lnTo>
                  <a:pt x="1638300" y="723900"/>
                </a:lnTo>
                <a:lnTo>
                  <a:pt x="1638300" y="752475"/>
                </a:lnTo>
                <a:lnTo>
                  <a:pt x="1647825" y="752475"/>
                </a:lnTo>
                <a:lnTo>
                  <a:pt x="1647825" y="771525"/>
                </a:lnTo>
                <a:lnTo>
                  <a:pt x="1657350" y="771525"/>
                </a:lnTo>
                <a:lnTo>
                  <a:pt x="1657350" y="790575"/>
                </a:lnTo>
                <a:lnTo>
                  <a:pt x="1666875" y="790575"/>
                </a:lnTo>
                <a:lnTo>
                  <a:pt x="1666875" y="809625"/>
                </a:lnTo>
                <a:lnTo>
                  <a:pt x="1676400" y="809625"/>
                </a:lnTo>
                <a:lnTo>
                  <a:pt x="1676400" y="828675"/>
                </a:lnTo>
                <a:lnTo>
                  <a:pt x="1685925" y="828675"/>
                </a:lnTo>
                <a:lnTo>
                  <a:pt x="1685925" y="847725"/>
                </a:lnTo>
                <a:lnTo>
                  <a:pt x="1695450" y="847725"/>
                </a:lnTo>
                <a:lnTo>
                  <a:pt x="1695450" y="866775"/>
                </a:lnTo>
                <a:lnTo>
                  <a:pt x="1704975" y="866775"/>
                </a:lnTo>
                <a:lnTo>
                  <a:pt x="1704975" y="895350"/>
                </a:lnTo>
                <a:lnTo>
                  <a:pt x="1714500" y="895350"/>
                </a:lnTo>
                <a:lnTo>
                  <a:pt x="1714500" y="914400"/>
                </a:lnTo>
                <a:lnTo>
                  <a:pt x="1724025" y="914400"/>
                </a:lnTo>
                <a:lnTo>
                  <a:pt x="1724025" y="933450"/>
                </a:lnTo>
                <a:lnTo>
                  <a:pt x="1733550" y="933450"/>
                </a:lnTo>
                <a:lnTo>
                  <a:pt x="1733550" y="952500"/>
                </a:lnTo>
                <a:lnTo>
                  <a:pt x="1743075" y="952500"/>
                </a:lnTo>
                <a:lnTo>
                  <a:pt x="1743075" y="971550"/>
                </a:lnTo>
                <a:lnTo>
                  <a:pt x="1752600" y="971550"/>
                </a:lnTo>
                <a:lnTo>
                  <a:pt x="1752600" y="990600"/>
                </a:lnTo>
                <a:lnTo>
                  <a:pt x="1762125" y="990600"/>
                </a:lnTo>
                <a:lnTo>
                  <a:pt x="1762125" y="1019175"/>
                </a:lnTo>
                <a:lnTo>
                  <a:pt x="1771650" y="1019175"/>
                </a:lnTo>
                <a:lnTo>
                  <a:pt x="1771650" y="1038225"/>
                </a:lnTo>
                <a:lnTo>
                  <a:pt x="1781175" y="1038225"/>
                </a:lnTo>
                <a:lnTo>
                  <a:pt x="1781175" y="1057275"/>
                </a:lnTo>
                <a:lnTo>
                  <a:pt x="1790700" y="1057275"/>
                </a:lnTo>
                <a:lnTo>
                  <a:pt x="1790700" y="1076325"/>
                </a:lnTo>
                <a:lnTo>
                  <a:pt x="1800225" y="1076325"/>
                </a:lnTo>
                <a:lnTo>
                  <a:pt x="1800225" y="1095375"/>
                </a:lnTo>
                <a:lnTo>
                  <a:pt x="1809750" y="1095375"/>
                </a:lnTo>
                <a:lnTo>
                  <a:pt x="1809750" y="1114425"/>
                </a:lnTo>
                <a:lnTo>
                  <a:pt x="1819275" y="1114425"/>
                </a:lnTo>
                <a:lnTo>
                  <a:pt x="1819275" y="1133475"/>
                </a:lnTo>
                <a:lnTo>
                  <a:pt x="1828800" y="1133475"/>
                </a:lnTo>
                <a:lnTo>
                  <a:pt x="1828800" y="1162050"/>
                </a:lnTo>
                <a:lnTo>
                  <a:pt x="1838325" y="1162050"/>
                </a:lnTo>
                <a:lnTo>
                  <a:pt x="1838325" y="1181100"/>
                </a:lnTo>
                <a:lnTo>
                  <a:pt x="1847850" y="1181100"/>
                </a:lnTo>
                <a:lnTo>
                  <a:pt x="1847850" y="1200150"/>
                </a:lnTo>
                <a:lnTo>
                  <a:pt x="1857375" y="1200150"/>
                </a:lnTo>
                <a:lnTo>
                  <a:pt x="1857375" y="1219200"/>
                </a:lnTo>
                <a:lnTo>
                  <a:pt x="1866900" y="1219200"/>
                </a:lnTo>
                <a:lnTo>
                  <a:pt x="1866900" y="1238250"/>
                </a:lnTo>
                <a:lnTo>
                  <a:pt x="1876425" y="1238250"/>
                </a:lnTo>
                <a:lnTo>
                  <a:pt x="1876425" y="1257300"/>
                </a:lnTo>
                <a:lnTo>
                  <a:pt x="1885950" y="1257300"/>
                </a:lnTo>
                <a:lnTo>
                  <a:pt x="1885950" y="1276350"/>
                </a:lnTo>
                <a:lnTo>
                  <a:pt x="1895475" y="1276350"/>
                </a:lnTo>
                <a:lnTo>
                  <a:pt x="1895475" y="1304925"/>
                </a:lnTo>
                <a:lnTo>
                  <a:pt x="1905000" y="1304925"/>
                </a:lnTo>
                <a:lnTo>
                  <a:pt x="1905000" y="1323975"/>
                </a:lnTo>
                <a:lnTo>
                  <a:pt x="1914525" y="1323975"/>
                </a:lnTo>
                <a:lnTo>
                  <a:pt x="1914525" y="1343025"/>
                </a:lnTo>
                <a:lnTo>
                  <a:pt x="1924050" y="1343025"/>
                </a:lnTo>
                <a:lnTo>
                  <a:pt x="1924050" y="1362075"/>
                </a:lnTo>
                <a:lnTo>
                  <a:pt x="1933575" y="1362075"/>
                </a:lnTo>
                <a:lnTo>
                  <a:pt x="1933575" y="1381125"/>
                </a:lnTo>
                <a:lnTo>
                  <a:pt x="1943100" y="1381125"/>
                </a:lnTo>
                <a:lnTo>
                  <a:pt x="1943100" y="1400175"/>
                </a:lnTo>
                <a:lnTo>
                  <a:pt x="1952625" y="1400175"/>
                </a:lnTo>
                <a:lnTo>
                  <a:pt x="1952625" y="1419225"/>
                </a:lnTo>
                <a:lnTo>
                  <a:pt x="1962150" y="1419225"/>
                </a:lnTo>
                <a:lnTo>
                  <a:pt x="1962150" y="1447800"/>
                </a:lnTo>
                <a:lnTo>
                  <a:pt x="1971675" y="1447800"/>
                </a:lnTo>
                <a:lnTo>
                  <a:pt x="1971675" y="1466850"/>
                </a:lnTo>
                <a:lnTo>
                  <a:pt x="1981200" y="1466850"/>
                </a:lnTo>
                <a:lnTo>
                  <a:pt x="1981200" y="1485900"/>
                </a:lnTo>
                <a:lnTo>
                  <a:pt x="1990725" y="1485900"/>
                </a:lnTo>
                <a:lnTo>
                  <a:pt x="1990725" y="1504950"/>
                </a:lnTo>
                <a:lnTo>
                  <a:pt x="2000250" y="1504950"/>
                </a:lnTo>
                <a:lnTo>
                  <a:pt x="2000250" y="1524000"/>
                </a:lnTo>
                <a:lnTo>
                  <a:pt x="2009775" y="1524000"/>
                </a:lnTo>
                <a:lnTo>
                  <a:pt x="2009775" y="1543050"/>
                </a:lnTo>
                <a:lnTo>
                  <a:pt x="2019300" y="1543050"/>
                </a:lnTo>
                <a:lnTo>
                  <a:pt x="2019300" y="1562100"/>
                </a:lnTo>
                <a:lnTo>
                  <a:pt x="2028825" y="1562100"/>
                </a:lnTo>
                <a:lnTo>
                  <a:pt x="2028825" y="1590675"/>
                </a:lnTo>
                <a:lnTo>
                  <a:pt x="2038350" y="1590675"/>
                </a:lnTo>
                <a:lnTo>
                  <a:pt x="2038350" y="1609725"/>
                </a:lnTo>
                <a:lnTo>
                  <a:pt x="2047875" y="1609725"/>
                </a:lnTo>
                <a:lnTo>
                  <a:pt x="2047875" y="1628775"/>
                </a:lnTo>
                <a:lnTo>
                  <a:pt x="2057400" y="1628775"/>
                </a:lnTo>
                <a:lnTo>
                  <a:pt x="2057400" y="1647825"/>
                </a:lnTo>
                <a:lnTo>
                  <a:pt x="2066925" y="1647825"/>
                </a:lnTo>
                <a:lnTo>
                  <a:pt x="2066925" y="1666875"/>
                </a:lnTo>
                <a:lnTo>
                  <a:pt x="2076450" y="1666875"/>
                </a:lnTo>
                <a:lnTo>
                  <a:pt x="2076450" y="1685925"/>
                </a:lnTo>
                <a:lnTo>
                  <a:pt x="2085975" y="1685925"/>
                </a:lnTo>
                <a:lnTo>
                  <a:pt x="2085975" y="1714500"/>
                </a:lnTo>
                <a:lnTo>
                  <a:pt x="2095500" y="1714500"/>
                </a:lnTo>
                <a:lnTo>
                  <a:pt x="2095500" y="1733550"/>
                </a:lnTo>
                <a:lnTo>
                  <a:pt x="2105025" y="1733550"/>
                </a:lnTo>
                <a:lnTo>
                  <a:pt x="2105025" y="1752600"/>
                </a:lnTo>
                <a:lnTo>
                  <a:pt x="2114550" y="1752600"/>
                </a:lnTo>
                <a:lnTo>
                  <a:pt x="2114550" y="1771650"/>
                </a:lnTo>
                <a:lnTo>
                  <a:pt x="2124075" y="1771650"/>
                </a:lnTo>
                <a:lnTo>
                  <a:pt x="2124075" y="1790700"/>
                </a:lnTo>
                <a:lnTo>
                  <a:pt x="2133600" y="1790700"/>
                </a:lnTo>
                <a:lnTo>
                  <a:pt x="2133600" y="1809750"/>
                </a:lnTo>
                <a:lnTo>
                  <a:pt x="2143125" y="1809750"/>
                </a:lnTo>
                <a:lnTo>
                  <a:pt x="2143125" y="1828800"/>
                </a:lnTo>
                <a:lnTo>
                  <a:pt x="2152650" y="1828800"/>
                </a:lnTo>
                <a:lnTo>
                  <a:pt x="2152650" y="1847850"/>
                </a:lnTo>
                <a:lnTo>
                  <a:pt x="2162175" y="1847850"/>
                </a:lnTo>
                <a:lnTo>
                  <a:pt x="2162175" y="1876425"/>
                </a:lnTo>
                <a:lnTo>
                  <a:pt x="2171700" y="1876425"/>
                </a:lnTo>
                <a:lnTo>
                  <a:pt x="2171700" y="1895475"/>
                </a:lnTo>
                <a:lnTo>
                  <a:pt x="2181225" y="1895475"/>
                </a:lnTo>
                <a:lnTo>
                  <a:pt x="2181225" y="1914525"/>
                </a:lnTo>
                <a:lnTo>
                  <a:pt x="2190750" y="1914525"/>
                </a:lnTo>
                <a:lnTo>
                  <a:pt x="2190750" y="1933575"/>
                </a:lnTo>
                <a:lnTo>
                  <a:pt x="2200275" y="1933575"/>
                </a:lnTo>
                <a:lnTo>
                  <a:pt x="2200275" y="1952625"/>
                </a:lnTo>
                <a:lnTo>
                  <a:pt x="2209800" y="1952625"/>
                </a:lnTo>
                <a:lnTo>
                  <a:pt x="2219325" y="1981200"/>
                </a:lnTo>
                <a:lnTo>
                  <a:pt x="1733550" y="1981200"/>
                </a:lnTo>
                <a:lnTo>
                  <a:pt x="1733550" y="1962150"/>
                </a:lnTo>
                <a:lnTo>
                  <a:pt x="1724025" y="1962150"/>
                </a:lnTo>
                <a:lnTo>
                  <a:pt x="1724025" y="1943100"/>
                </a:lnTo>
                <a:lnTo>
                  <a:pt x="1714500" y="1943100"/>
                </a:lnTo>
                <a:lnTo>
                  <a:pt x="1714500" y="1914525"/>
                </a:lnTo>
                <a:lnTo>
                  <a:pt x="1704975" y="1914525"/>
                </a:lnTo>
                <a:lnTo>
                  <a:pt x="1704975" y="1895475"/>
                </a:lnTo>
                <a:lnTo>
                  <a:pt x="1695450" y="1895475"/>
                </a:lnTo>
                <a:lnTo>
                  <a:pt x="1695450" y="1876425"/>
                </a:lnTo>
                <a:lnTo>
                  <a:pt x="1685925" y="1876425"/>
                </a:lnTo>
                <a:lnTo>
                  <a:pt x="1685925" y="1857375"/>
                </a:lnTo>
                <a:lnTo>
                  <a:pt x="1676400" y="1857375"/>
                </a:lnTo>
                <a:lnTo>
                  <a:pt x="1676400" y="1838325"/>
                </a:lnTo>
                <a:lnTo>
                  <a:pt x="1666875" y="1838325"/>
                </a:lnTo>
                <a:lnTo>
                  <a:pt x="1666875" y="1819275"/>
                </a:lnTo>
                <a:lnTo>
                  <a:pt x="1657350" y="1819275"/>
                </a:lnTo>
                <a:lnTo>
                  <a:pt x="1657350" y="1800225"/>
                </a:lnTo>
                <a:lnTo>
                  <a:pt x="1647825" y="1800225"/>
                </a:lnTo>
                <a:lnTo>
                  <a:pt x="1647825" y="1771650"/>
                </a:lnTo>
                <a:lnTo>
                  <a:pt x="1638300" y="1771650"/>
                </a:lnTo>
                <a:lnTo>
                  <a:pt x="1638300" y="1752600"/>
                </a:lnTo>
                <a:lnTo>
                  <a:pt x="1628775" y="1752600"/>
                </a:lnTo>
                <a:lnTo>
                  <a:pt x="1628775" y="1733550"/>
                </a:lnTo>
                <a:lnTo>
                  <a:pt x="1619250" y="1733550"/>
                </a:lnTo>
                <a:lnTo>
                  <a:pt x="1619250" y="1714500"/>
                </a:lnTo>
                <a:lnTo>
                  <a:pt x="1609725" y="1714500"/>
                </a:lnTo>
                <a:lnTo>
                  <a:pt x="1609725" y="1695450"/>
                </a:lnTo>
                <a:lnTo>
                  <a:pt x="1600200" y="1695450"/>
                </a:lnTo>
                <a:lnTo>
                  <a:pt x="1600200" y="1676400"/>
                </a:lnTo>
                <a:lnTo>
                  <a:pt x="1590675" y="1676400"/>
                </a:lnTo>
                <a:lnTo>
                  <a:pt x="1590675" y="1647825"/>
                </a:lnTo>
                <a:lnTo>
                  <a:pt x="1581150" y="1647825"/>
                </a:lnTo>
                <a:lnTo>
                  <a:pt x="1581150" y="1628775"/>
                </a:lnTo>
                <a:lnTo>
                  <a:pt x="1571625" y="1628775"/>
                </a:lnTo>
                <a:lnTo>
                  <a:pt x="1571625" y="1609725"/>
                </a:lnTo>
                <a:lnTo>
                  <a:pt x="1562100" y="1609725"/>
                </a:lnTo>
                <a:lnTo>
                  <a:pt x="1562100" y="1590675"/>
                </a:lnTo>
                <a:lnTo>
                  <a:pt x="1552575" y="1590675"/>
                </a:lnTo>
                <a:lnTo>
                  <a:pt x="1552575" y="1571625"/>
                </a:lnTo>
                <a:lnTo>
                  <a:pt x="1543050" y="1571625"/>
                </a:lnTo>
                <a:lnTo>
                  <a:pt x="1543050" y="1552575"/>
                </a:lnTo>
                <a:lnTo>
                  <a:pt x="1533525" y="1552575"/>
                </a:lnTo>
                <a:lnTo>
                  <a:pt x="1533525" y="1533525"/>
                </a:lnTo>
                <a:lnTo>
                  <a:pt x="1524000" y="1533525"/>
                </a:lnTo>
                <a:lnTo>
                  <a:pt x="1524000" y="1504950"/>
                </a:lnTo>
                <a:lnTo>
                  <a:pt x="1514475" y="1504950"/>
                </a:lnTo>
                <a:lnTo>
                  <a:pt x="1514475" y="1485900"/>
                </a:lnTo>
                <a:lnTo>
                  <a:pt x="1504950" y="1485900"/>
                </a:lnTo>
                <a:lnTo>
                  <a:pt x="1504950" y="1466850"/>
                </a:lnTo>
                <a:lnTo>
                  <a:pt x="1495425" y="1466850"/>
                </a:lnTo>
                <a:lnTo>
                  <a:pt x="1495425" y="1447800"/>
                </a:lnTo>
                <a:lnTo>
                  <a:pt x="1485900" y="1447800"/>
                </a:lnTo>
                <a:lnTo>
                  <a:pt x="1485900" y="1428750"/>
                </a:lnTo>
                <a:lnTo>
                  <a:pt x="1476375" y="1428750"/>
                </a:lnTo>
                <a:lnTo>
                  <a:pt x="1476375" y="1409700"/>
                </a:lnTo>
                <a:lnTo>
                  <a:pt x="1466850" y="1409700"/>
                </a:lnTo>
                <a:lnTo>
                  <a:pt x="1466850" y="1390650"/>
                </a:lnTo>
                <a:lnTo>
                  <a:pt x="1457325" y="1390650"/>
                </a:lnTo>
                <a:lnTo>
                  <a:pt x="1457325" y="1362075"/>
                </a:lnTo>
                <a:lnTo>
                  <a:pt x="1447800" y="1362075"/>
                </a:lnTo>
                <a:lnTo>
                  <a:pt x="1447800" y="1343025"/>
                </a:lnTo>
                <a:lnTo>
                  <a:pt x="1438275" y="1343025"/>
                </a:lnTo>
                <a:lnTo>
                  <a:pt x="1438275" y="1323975"/>
                </a:lnTo>
                <a:lnTo>
                  <a:pt x="1428750" y="1323975"/>
                </a:lnTo>
                <a:lnTo>
                  <a:pt x="1428750" y="1304925"/>
                </a:lnTo>
                <a:lnTo>
                  <a:pt x="1419225" y="1304925"/>
                </a:lnTo>
                <a:lnTo>
                  <a:pt x="1419225" y="1285875"/>
                </a:lnTo>
                <a:lnTo>
                  <a:pt x="1409700" y="1285875"/>
                </a:lnTo>
                <a:lnTo>
                  <a:pt x="1409700" y="1266825"/>
                </a:lnTo>
                <a:lnTo>
                  <a:pt x="1400175" y="1266825"/>
                </a:lnTo>
                <a:lnTo>
                  <a:pt x="1400175" y="1247775"/>
                </a:lnTo>
                <a:lnTo>
                  <a:pt x="1390650" y="1247775"/>
                </a:lnTo>
                <a:lnTo>
                  <a:pt x="1390650" y="1219200"/>
                </a:lnTo>
                <a:lnTo>
                  <a:pt x="1381125" y="1219200"/>
                </a:lnTo>
                <a:lnTo>
                  <a:pt x="1381125" y="1200150"/>
                </a:lnTo>
                <a:lnTo>
                  <a:pt x="1371600" y="1200150"/>
                </a:lnTo>
                <a:lnTo>
                  <a:pt x="1371600" y="1181100"/>
                </a:lnTo>
                <a:lnTo>
                  <a:pt x="1362075" y="1181100"/>
                </a:lnTo>
                <a:lnTo>
                  <a:pt x="1362075" y="1162050"/>
                </a:lnTo>
                <a:lnTo>
                  <a:pt x="1352550" y="1162050"/>
                </a:lnTo>
                <a:lnTo>
                  <a:pt x="1352550" y="1143000"/>
                </a:lnTo>
                <a:lnTo>
                  <a:pt x="1343025" y="1143000"/>
                </a:lnTo>
                <a:lnTo>
                  <a:pt x="1343025" y="1123950"/>
                </a:lnTo>
                <a:lnTo>
                  <a:pt x="1333500" y="1123950"/>
                </a:lnTo>
                <a:lnTo>
                  <a:pt x="1333500" y="1104900"/>
                </a:lnTo>
                <a:lnTo>
                  <a:pt x="1323975" y="1104900"/>
                </a:lnTo>
                <a:lnTo>
                  <a:pt x="1323975" y="1076325"/>
                </a:lnTo>
                <a:lnTo>
                  <a:pt x="1314450" y="1076325"/>
                </a:lnTo>
                <a:lnTo>
                  <a:pt x="1314450" y="1057275"/>
                </a:lnTo>
                <a:lnTo>
                  <a:pt x="1304925" y="1057275"/>
                </a:lnTo>
                <a:lnTo>
                  <a:pt x="1304925" y="1038225"/>
                </a:lnTo>
                <a:lnTo>
                  <a:pt x="1295400" y="1038225"/>
                </a:lnTo>
                <a:lnTo>
                  <a:pt x="1295400" y="1019175"/>
                </a:lnTo>
                <a:lnTo>
                  <a:pt x="1285875" y="1019175"/>
                </a:lnTo>
                <a:lnTo>
                  <a:pt x="1285875" y="1000125"/>
                </a:lnTo>
                <a:lnTo>
                  <a:pt x="1276350" y="1000125"/>
                </a:lnTo>
                <a:lnTo>
                  <a:pt x="1276350" y="981075"/>
                </a:lnTo>
                <a:lnTo>
                  <a:pt x="1266825" y="981075"/>
                </a:lnTo>
                <a:lnTo>
                  <a:pt x="1266825" y="952500"/>
                </a:lnTo>
                <a:lnTo>
                  <a:pt x="1257300" y="952500"/>
                </a:lnTo>
                <a:lnTo>
                  <a:pt x="1257300" y="933450"/>
                </a:lnTo>
                <a:lnTo>
                  <a:pt x="1247775" y="933450"/>
                </a:lnTo>
                <a:lnTo>
                  <a:pt x="1247775" y="914400"/>
                </a:lnTo>
                <a:lnTo>
                  <a:pt x="1238250" y="914400"/>
                </a:lnTo>
                <a:lnTo>
                  <a:pt x="1238250" y="895350"/>
                </a:lnTo>
                <a:lnTo>
                  <a:pt x="1228725" y="895350"/>
                </a:lnTo>
                <a:lnTo>
                  <a:pt x="1228725" y="876300"/>
                </a:lnTo>
                <a:lnTo>
                  <a:pt x="1219200" y="876300"/>
                </a:lnTo>
                <a:lnTo>
                  <a:pt x="1219200" y="857250"/>
                </a:lnTo>
                <a:lnTo>
                  <a:pt x="1209675" y="857250"/>
                </a:lnTo>
                <a:lnTo>
                  <a:pt x="1209675" y="838200"/>
                </a:lnTo>
                <a:lnTo>
                  <a:pt x="1200150" y="838200"/>
                </a:lnTo>
                <a:lnTo>
                  <a:pt x="1200150" y="809625"/>
                </a:lnTo>
                <a:lnTo>
                  <a:pt x="1190625" y="809625"/>
                </a:lnTo>
                <a:lnTo>
                  <a:pt x="1190625" y="790575"/>
                </a:lnTo>
                <a:lnTo>
                  <a:pt x="1181100" y="790575"/>
                </a:lnTo>
                <a:lnTo>
                  <a:pt x="1171575" y="762000"/>
                </a:lnTo>
                <a:lnTo>
                  <a:pt x="1162050" y="733425"/>
                </a:lnTo>
                <a:lnTo>
                  <a:pt x="1152525" y="733425"/>
                </a:lnTo>
                <a:lnTo>
                  <a:pt x="1152525" y="714375"/>
                </a:lnTo>
                <a:lnTo>
                  <a:pt x="1143000" y="714375"/>
                </a:lnTo>
                <a:lnTo>
                  <a:pt x="1143000" y="695325"/>
                </a:lnTo>
                <a:lnTo>
                  <a:pt x="1133475" y="695325"/>
                </a:lnTo>
                <a:lnTo>
                  <a:pt x="1133475" y="666750"/>
                </a:lnTo>
                <a:lnTo>
                  <a:pt x="1123950" y="666750"/>
                </a:lnTo>
                <a:lnTo>
                  <a:pt x="1123950" y="647700"/>
                </a:lnTo>
                <a:lnTo>
                  <a:pt x="1114425" y="647700"/>
                </a:lnTo>
                <a:lnTo>
                  <a:pt x="1114425" y="628650"/>
                </a:lnTo>
                <a:lnTo>
                  <a:pt x="1104900" y="628650"/>
                </a:lnTo>
                <a:lnTo>
                  <a:pt x="1095375" y="657225"/>
                </a:lnTo>
                <a:lnTo>
                  <a:pt x="1085850" y="657225"/>
                </a:lnTo>
                <a:lnTo>
                  <a:pt x="1085850" y="676275"/>
                </a:lnTo>
                <a:lnTo>
                  <a:pt x="1076325" y="676275"/>
                </a:lnTo>
                <a:lnTo>
                  <a:pt x="1076325" y="695325"/>
                </a:lnTo>
                <a:lnTo>
                  <a:pt x="1066800" y="695325"/>
                </a:lnTo>
                <a:lnTo>
                  <a:pt x="1066800" y="723900"/>
                </a:lnTo>
                <a:lnTo>
                  <a:pt x="1057275" y="723900"/>
                </a:lnTo>
                <a:lnTo>
                  <a:pt x="1057275" y="742950"/>
                </a:lnTo>
                <a:lnTo>
                  <a:pt x="1047750" y="742950"/>
                </a:lnTo>
                <a:lnTo>
                  <a:pt x="1047750" y="762000"/>
                </a:lnTo>
                <a:lnTo>
                  <a:pt x="1038225" y="762000"/>
                </a:lnTo>
                <a:lnTo>
                  <a:pt x="1038225" y="781050"/>
                </a:lnTo>
                <a:lnTo>
                  <a:pt x="1028700" y="781050"/>
                </a:lnTo>
                <a:lnTo>
                  <a:pt x="1028700" y="800100"/>
                </a:lnTo>
                <a:lnTo>
                  <a:pt x="1019175" y="800100"/>
                </a:lnTo>
                <a:lnTo>
                  <a:pt x="1019175" y="819150"/>
                </a:lnTo>
                <a:lnTo>
                  <a:pt x="1009650" y="819150"/>
                </a:lnTo>
                <a:lnTo>
                  <a:pt x="1009650" y="838200"/>
                </a:lnTo>
                <a:lnTo>
                  <a:pt x="1000125" y="838200"/>
                </a:lnTo>
                <a:lnTo>
                  <a:pt x="1000125" y="866775"/>
                </a:lnTo>
                <a:lnTo>
                  <a:pt x="990600" y="866775"/>
                </a:lnTo>
                <a:lnTo>
                  <a:pt x="990600" y="885825"/>
                </a:lnTo>
                <a:lnTo>
                  <a:pt x="981075" y="885825"/>
                </a:lnTo>
                <a:lnTo>
                  <a:pt x="981075" y="904875"/>
                </a:lnTo>
                <a:lnTo>
                  <a:pt x="971550" y="904875"/>
                </a:lnTo>
                <a:lnTo>
                  <a:pt x="971550" y="923925"/>
                </a:lnTo>
                <a:lnTo>
                  <a:pt x="962025" y="923925"/>
                </a:lnTo>
                <a:lnTo>
                  <a:pt x="962025" y="942975"/>
                </a:lnTo>
                <a:lnTo>
                  <a:pt x="952500" y="942975"/>
                </a:lnTo>
                <a:lnTo>
                  <a:pt x="952500" y="962025"/>
                </a:lnTo>
                <a:lnTo>
                  <a:pt x="942975" y="962025"/>
                </a:lnTo>
                <a:lnTo>
                  <a:pt x="942975" y="981075"/>
                </a:lnTo>
                <a:lnTo>
                  <a:pt x="933450" y="981075"/>
                </a:lnTo>
                <a:lnTo>
                  <a:pt x="933450" y="1009650"/>
                </a:lnTo>
                <a:lnTo>
                  <a:pt x="923925" y="1009650"/>
                </a:lnTo>
                <a:lnTo>
                  <a:pt x="923925" y="1028700"/>
                </a:lnTo>
                <a:lnTo>
                  <a:pt x="914400" y="1028700"/>
                </a:lnTo>
                <a:lnTo>
                  <a:pt x="914400" y="1047750"/>
                </a:lnTo>
                <a:lnTo>
                  <a:pt x="904875" y="1047750"/>
                </a:lnTo>
                <a:lnTo>
                  <a:pt x="904875" y="1066800"/>
                </a:lnTo>
                <a:lnTo>
                  <a:pt x="895350" y="1066800"/>
                </a:lnTo>
                <a:lnTo>
                  <a:pt x="895350" y="1085850"/>
                </a:lnTo>
                <a:lnTo>
                  <a:pt x="885825" y="1085850"/>
                </a:lnTo>
                <a:lnTo>
                  <a:pt x="885825" y="1104900"/>
                </a:lnTo>
                <a:lnTo>
                  <a:pt x="876300" y="1104900"/>
                </a:lnTo>
                <a:lnTo>
                  <a:pt x="876300" y="1123950"/>
                </a:lnTo>
                <a:lnTo>
                  <a:pt x="866775" y="1123950"/>
                </a:lnTo>
                <a:lnTo>
                  <a:pt x="866775" y="1152525"/>
                </a:lnTo>
                <a:lnTo>
                  <a:pt x="857250" y="1152525"/>
                </a:lnTo>
                <a:lnTo>
                  <a:pt x="857250" y="1171575"/>
                </a:lnTo>
                <a:lnTo>
                  <a:pt x="847725" y="1171575"/>
                </a:lnTo>
                <a:lnTo>
                  <a:pt x="847725" y="1190625"/>
                </a:lnTo>
                <a:lnTo>
                  <a:pt x="838200" y="1190625"/>
                </a:lnTo>
                <a:lnTo>
                  <a:pt x="838200" y="1209675"/>
                </a:lnTo>
                <a:lnTo>
                  <a:pt x="828675" y="1209675"/>
                </a:lnTo>
                <a:lnTo>
                  <a:pt x="828675" y="1228725"/>
                </a:lnTo>
                <a:lnTo>
                  <a:pt x="819150" y="1228725"/>
                </a:lnTo>
                <a:lnTo>
                  <a:pt x="819150" y="1247775"/>
                </a:lnTo>
                <a:lnTo>
                  <a:pt x="809625" y="1247775"/>
                </a:lnTo>
                <a:lnTo>
                  <a:pt x="809625" y="1276350"/>
                </a:lnTo>
                <a:lnTo>
                  <a:pt x="800100" y="1276350"/>
                </a:lnTo>
                <a:lnTo>
                  <a:pt x="800100" y="1295400"/>
                </a:lnTo>
                <a:lnTo>
                  <a:pt x="790575" y="1295400"/>
                </a:lnTo>
                <a:lnTo>
                  <a:pt x="790575" y="1314450"/>
                </a:lnTo>
                <a:lnTo>
                  <a:pt x="781050" y="1314450"/>
                </a:lnTo>
                <a:lnTo>
                  <a:pt x="781050" y="1333500"/>
                </a:lnTo>
                <a:lnTo>
                  <a:pt x="771525" y="1333500"/>
                </a:lnTo>
                <a:lnTo>
                  <a:pt x="771525" y="1352550"/>
                </a:lnTo>
                <a:lnTo>
                  <a:pt x="762000" y="1352550"/>
                </a:lnTo>
                <a:lnTo>
                  <a:pt x="762000" y="1371600"/>
                </a:lnTo>
                <a:lnTo>
                  <a:pt x="752475" y="1371600"/>
                </a:lnTo>
                <a:lnTo>
                  <a:pt x="752475" y="1390650"/>
                </a:lnTo>
                <a:lnTo>
                  <a:pt x="742950" y="1390650"/>
                </a:lnTo>
                <a:lnTo>
                  <a:pt x="742950" y="1419225"/>
                </a:lnTo>
                <a:lnTo>
                  <a:pt x="733425" y="1419225"/>
                </a:lnTo>
                <a:lnTo>
                  <a:pt x="733425" y="1438275"/>
                </a:lnTo>
                <a:lnTo>
                  <a:pt x="723900" y="1438275"/>
                </a:lnTo>
                <a:lnTo>
                  <a:pt x="723900" y="1457325"/>
                </a:lnTo>
                <a:lnTo>
                  <a:pt x="714375" y="1457325"/>
                </a:lnTo>
                <a:lnTo>
                  <a:pt x="714375" y="1476375"/>
                </a:lnTo>
                <a:lnTo>
                  <a:pt x="704850" y="1476375"/>
                </a:lnTo>
                <a:lnTo>
                  <a:pt x="704850" y="1495425"/>
                </a:lnTo>
                <a:lnTo>
                  <a:pt x="695325" y="1495425"/>
                </a:lnTo>
                <a:lnTo>
                  <a:pt x="695325" y="1514475"/>
                </a:lnTo>
                <a:lnTo>
                  <a:pt x="685800" y="1514475"/>
                </a:lnTo>
                <a:lnTo>
                  <a:pt x="685800" y="1533525"/>
                </a:lnTo>
                <a:lnTo>
                  <a:pt x="676275" y="1533525"/>
                </a:lnTo>
                <a:lnTo>
                  <a:pt x="676275" y="1562100"/>
                </a:lnTo>
                <a:lnTo>
                  <a:pt x="666750" y="1562100"/>
                </a:lnTo>
                <a:lnTo>
                  <a:pt x="666750" y="1581150"/>
                </a:lnTo>
                <a:lnTo>
                  <a:pt x="657225" y="1581150"/>
                </a:lnTo>
                <a:lnTo>
                  <a:pt x="657225" y="1600200"/>
                </a:lnTo>
                <a:lnTo>
                  <a:pt x="647700" y="1600200"/>
                </a:lnTo>
                <a:lnTo>
                  <a:pt x="647700" y="1619250"/>
                </a:lnTo>
                <a:lnTo>
                  <a:pt x="638175" y="1619250"/>
                </a:lnTo>
                <a:lnTo>
                  <a:pt x="638175" y="1638300"/>
                </a:lnTo>
                <a:lnTo>
                  <a:pt x="628650" y="1638300"/>
                </a:lnTo>
                <a:lnTo>
                  <a:pt x="628650" y="1657350"/>
                </a:lnTo>
                <a:lnTo>
                  <a:pt x="619125" y="1657350"/>
                </a:lnTo>
                <a:lnTo>
                  <a:pt x="619125" y="1676400"/>
                </a:lnTo>
                <a:lnTo>
                  <a:pt x="609600" y="1676400"/>
                </a:lnTo>
                <a:lnTo>
                  <a:pt x="609600" y="1704975"/>
                </a:lnTo>
                <a:lnTo>
                  <a:pt x="600075" y="1704975"/>
                </a:lnTo>
                <a:lnTo>
                  <a:pt x="600075" y="1724025"/>
                </a:lnTo>
                <a:lnTo>
                  <a:pt x="590550" y="1724025"/>
                </a:lnTo>
                <a:lnTo>
                  <a:pt x="590550" y="1743075"/>
                </a:lnTo>
                <a:lnTo>
                  <a:pt x="581025" y="1743075"/>
                </a:lnTo>
                <a:lnTo>
                  <a:pt x="581025" y="1762125"/>
                </a:lnTo>
                <a:lnTo>
                  <a:pt x="571500" y="1762125"/>
                </a:lnTo>
                <a:lnTo>
                  <a:pt x="571500" y="1781175"/>
                </a:lnTo>
                <a:lnTo>
                  <a:pt x="561975" y="1781175"/>
                </a:lnTo>
                <a:lnTo>
                  <a:pt x="561975" y="1800225"/>
                </a:lnTo>
                <a:lnTo>
                  <a:pt x="552450" y="1800225"/>
                </a:lnTo>
                <a:lnTo>
                  <a:pt x="552450" y="1819275"/>
                </a:lnTo>
                <a:lnTo>
                  <a:pt x="542925" y="1819275"/>
                </a:lnTo>
                <a:lnTo>
                  <a:pt x="542925" y="1847850"/>
                </a:lnTo>
                <a:lnTo>
                  <a:pt x="533400" y="1847850"/>
                </a:lnTo>
                <a:lnTo>
                  <a:pt x="533400" y="1866900"/>
                </a:lnTo>
                <a:lnTo>
                  <a:pt x="523875" y="1866900"/>
                </a:lnTo>
                <a:lnTo>
                  <a:pt x="523875" y="1885950"/>
                </a:lnTo>
                <a:lnTo>
                  <a:pt x="514350" y="1885950"/>
                </a:lnTo>
                <a:lnTo>
                  <a:pt x="514350" y="1905000"/>
                </a:lnTo>
                <a:lnTo>
                  <a:pt x="504825" y="1905000"/>
                </a:lnTo>
                <a:lnTo>
                  <a:pt x="504825" y="1924050"/>
                </a:lnTo>
                <a:lnTo>
                  <a:pt x="495300" y="1924050"/>
                </a:lnTo>
                <a:lnTo>
                  <a:pt x="495300" y="1943100"/>
                </a:lnTo>
                <a:lnTo>
                  <a:pt x="485775" y="1943100"/>
                </a:lnTo>
                <a:lnTo>
                  <a:pt x="485775" y="1971675"/>
                </a:lnTo>
                <a:lnTo>
                  <a:pt x="476250" y="1971675"/>
                </a:lnTo>
                <a:lnTo>
                  <a:pt x="476250" y="1981200"/>
                </a:lnTo>
                <a:lnTo>
                  <a:pt x="0" y="1981200"/>
                </a:lnTo>
                <a:lnTo>
                  <a:pt x="0" y="1962150"/>
                </a:lnTo>
                <a:lnTo>
                  <a:pt x="9525" y="1962150"/>
                </a:lnTo>
                <a:lnTo>
                  <a:pt x="19050" y="1924050"/>
                </a:lnTo>
                <a:lnTo>
                  <a:pt x="28575" y="1924050"/>
                </a:lnTo>
                <a:lnTo>
                  <a:pt x="28575" y="1905000"/>
                </a:lnTo>
                <a:lnTo>
                  <a:pt x="38100" y="1905000"/>
                </a:lnTo>
                <a:lnTo>
                  <a:pt x="38100" y="1876425"/>
                </a:lnTo>
                <a:lnTo>
                  <a:pt x="47625" y="1876425"/>
                </a:lnTo>
                <a:lnTo>
                  <a:pt x="47625" y="1857375"/>
                </a:lnTo>
                <a:lnTo>
                  <a:pt x="57150" y="1857375"/>
                </a:lnTo>
                <a:lnTo>
                  <a:pt x="66675" y="1819275"/>
                </a:lnTo>
                <a:lnTo>
                  <a:pt x="76200" y="1819275"/>
                </a:lnTo>
                <a:lnTo>
                  <a:pt x="76200" y="1800225"/>
                </a:lnTo>
                <a:lnTo>
                  <a:pt x="85725" y="1800225"/>
                </a:lnTo>
                <a:lnTo>
                  <a:pt x="85725" y="1781175"/>
                </a:lnTo>
                <a:lnTo>
                  <a:pt x="95250" y="1781175"/>
                </a:lnTo>
                <a:lnTo>
                  <a:pt x="95250" y="1762125"/>
                </a:lnTo>
                <a:lnTo>
                  <a:pt x="104775" y="1762125"/>
                </a:lnTo>
                <a:lnTo>
                  <a:pt x="104775" y="1733550"/>
                </a:lnTo>
                <a:lnTo>
                  <a:pt x="114300" y="1733550"/>
                </a:lnTo>
                <a:lnTo>
                  <a:pt x="114300" y="1714500"/>
                </a:lnTo>
                <a:lnTo>
                  <a:pt x="123825" y="1714500"/>
                </a:lnTo>
                <a:lnTo>
                  <a:pt x="123825" y="1695450"/>
                </a:lnTo>
                <a:lnTo>
                  <a:pt x="133350" y="1695450"/>
                </a:lnTo>
                <a:lnTo>
                  <a:pt x="133350" y="1676400"/>
                </a:lnTo>
                <a:lnTo>
                  <a:pt x="142875" y="1676400"/>
                </a:lnTo>
                <a:lnTo>
                  <a:pt x="161925" y="1619250"/>
                </a:lnTo>
                <a:lnTo>
                  <a:pt x="171450" y="1619250"/>
                </a:lnTo>
                <a:lnTo>
                  <a:pt x="171450" y="1590675"/>
                </a:lnTo>
                <a:lnTo>
                  <a:pt x="180975" y="1590675"/>
                </a:lnTo>
                <a:lnTo>
                  <a:pt x="180975" y="1571625"/>
                </a:lnTo>
                <a:lnTo>
                  <a:pt x="190500" y="1571625"/>
                </a:lnTo>
                <a:lnTo>
                  <a:pt x="190500" y="1552575"/>
                </a:lnTo>
                <a:lnTo>
                  <a:pt x="200025" y="1552575"/>
                </a:lnTo>
                <a:lnTo>
                  <a:pt x="200025" y="1533525"/>
                </a:lnTo>
                <a:lnTo>
                  <a:pt x="209550" y="1533525"/>
                </a:lnTo>
                <a:lnTo>
                  <a:pt x="209550" y="1514475"/>
                </a:lnTo>
                <a:lnTo>
                  <a:pt x="219075" y="1514475"/>
                </a:lnTo>
                <a:lnTo>
                  <a:pt x="219075" y="1495425"/>
                </a:lnTo>
                <a:lnTo>
                  <a:pt x="228600" y="1495425"/>
                </a:lnTo>
                <a:lnTo>
                  <a:pt x="228600" y="1476375"/>
                </a:lnTo>
                <a:lnTo>
                  <a:pt x="238125" y="1476375"/>
                </a:lnTo>
                <a:lnTo>
                  <a:pt x="238125" y="1447800"/>
                </a:lnTo>
                <a:lnTo>
                  <a:pt x="247650" y="1447800"/>
                </a:lnTo>
                <a:lnTo>
                  <a:pt x="247650" y="1428750"/>
                </a:lnTo>
                <a:lnTo>
                  <a:pt x="257175" y="1428750"/>
                </a:lnTo>
                <a:lnTo>
                  <a:pt x="257175" y="1409700"/>
                </a:lnTo>
                <a:lnTo>
                  <a:pt x="266700" y="1409700"/>
                </a:lnTo>
                <a:lnTo>
                  <a:pt x="266700" y="1390650"/>
                </a:lnTo>
                <a:lnTo>
                  <a:pt x="276225" y="1390650"/>
                </a:lnTo>
                <a:lnTo>
                  <a:pt x="276225" y="1371600"/>
                </a:lnTo>
                <a:lnTo>
                  <a:pt x="285750" y="1371600"/>
                </a:lnTo>
                <a:lnTo>
                  <a:pt x="285750" y="1352550"/>
                </a:lnTo>
                <a:lnTo>
                  <a:pt x="295275" y="1352550"/>
                </a:lnTo>
                <a:lnTo>
                  <a:pt x="295275" y="1323975"/>
                </a:lnTo>
                <a:lnTo>
                  <a:pt x="304800" y="1323975"/>
                </a:lnTo>
                <a:lnTo>
                  <a:pt x="304800" y="1304925"/>
                </a:lnTo>
                <a:lnTo>
                  <a:pt x="314325" y="1304925"/>
                </a:lnTo>
                <a:lnTo>
                  <a:pt x="314325" y="1285875"/>
                </a:lnTo>
                <a:lnTo>
                  <a:pt x="323850" y="1285875"/>
                </a:lnTo>
                <a:lnTo>
                  <a:pt x="323850" y="1266825"/>
                </a:lnTo>
                <a:lnTo>
                  <a:pt x="333375" y="1266825"/>
                </a:lnTo>
                <a:lnTo>
                  <a:pt x="352425" y="1209675"/>
                </a:lnTo>
                <a:lnTo>
                  <a:pt x="361950" y="1209675"/>
                </a:lnTo>
                <a:lnTo>
                  <a:pt x="361950" y="1181100"/>
                </a:lnTo>
                <a:lnTo>
                  <a:pt x="371475" y="1181100"/>
                </a:lnTo>
                <a:lnTo>
                  <a:pt x="371475" y="1162050"/>
                </a:lnTo>
                <a:lnTo>
                  <a:pt x="381000" y="1162050"/>
                </a:lnTo>
                <a:lnTo>
                  <a:pt x="381000" y="1143000"/>
                </a:lnTo>
                <a:lnTo>
                  <a:pt x="390525" y="1143000"/>
                </a:lnTo>
                <a:lnTo>
                  <a:pt x="390525" y="1123950"/>
                </a:lnTo>
                <a:lnTo>
                  <a:pt x="400050" y="1123950"/>
                </a:lnTo>
                <a:lnTo>
                  <a:pt x="400050" y="1104900"/>
                </a:lnTo>
                <a:lnTo>
                  <a:pt x="409575" y="1104900"/>
                </a:lnTo>
                <a:lnTo>
                  <a:pt x="409575" y="1085850"/>
                </a:lnTo>
                <a:lnTo>
                  <a:pt x="419100" y="1085850"/>
                </a:lnTo>
                <a:lnTo>
                  <a:pt x="419100" y="1066800"/>
                </a:lnTo>
                <a:lnTo>
                  <a:pt x="428625" y="1066800"/>
                </a:lnTo>
                <a:lnTo>
                  <a:pt x="428625" y="1038225"/>
                </a:lnTo>
                <a:lnTo>
                  <a:pt x="438150" y="1038225"/>
                </a:lnTo>
                <a:lnTo>
                  <a:pt x="438150" y="1019175"/>
                </a:lnTo>
                <a:lnTo>
                  <a:pt x="447675" y="1019175"/>
                </a:lnTo>
                <a:lnTo>
                  <a:pt x="447675" y="1000125"/>
                </a:lnTo>
                <a:lnTo>
                  <a:pt x="457200" y="1000125"/>
                </a:lnTo>
                <a:lnTo>
                  <a:pt x="457200" y="981075"/>
                </a:lnTo>
                <a:lnTo>
                  <a:pt x="466725" y="981075"/>
                </a:lnTo>
                <a:lnTo>
                  <a:pt x="466725" y="962025"/>
                </a:lnTo>
                <a:lnTo>
                  <a:pt x="476250" y="962025"/>
                </a:lnTo>
                <a:lnTo>
                  <a:pt x="476250" y="942975"/>
                </a:lnTo>
                <a:lnTo>
                  <a:pt x="485775" y="942975"/>
                </a:lnTo>
                <a:lnTo>
                  <a:pt x="485775" y="923925"/>
                </a:lnTo>
                <a:lnTo>
                  <a:pt x="495300" y="923925"/>
                </a:lnTo>
                <a:lnTo>
                  <a:pt x="495300" y="895350"/>
                </a:lnTo>
                <a:lnTo>
                  <a:pt x="504825" y="895350"/>
                </a:lnTo>
                <a:lnTo>
                  <a:pt x="504825" y="876300"/>
                </a:lnTo>
                <a:lnTo>
                  <a:pt x="514350" y="876300"/>
                </a:lnTo>
                <a:lnTo>
                  <a:pt x="514350" y="857250"/>
                </a:lnTo>
                <a:lnTo>
                  <a:pt x="523875" y="857250"/>
                </a:lnTo>
                <a:lnTo>
                  <a:pt x="523875" y="838200"/>
                </a:lnTo>
                <a:lnTo>
                  <a:pt x="533400" y="838200"/>
                </a:lnTo>
                <a:lnTo>
                  <a:pt x="533400" y="819150"/>
                </a:lnTo>
                <a:lnTo>
                  <a:pt x="542925" y="819150"/>
                </a:lnTo>
                <a:lnTo>
                  <a:pt x="542925" y="800100"/>
                </a:lnTo>
                <a:lnTo>
                  <a:pt x="552450" y="800100"/>
                </a:lnTo>
                <a:lnTo>
                  <a:pt x="552450" y="781050"/>
                </a:lnTo>
                <a:lnTo>
                  <a:pt x="561975" y="781050"/>
                </a:lnTo>
                <a:lnTo>
                  <a:pt x="561975" y="752475"/>
                </a:lnTo>
                <a:lnTo>
                  <a:pt x="571500" y="752475"/>
                </a:lnTo>
                <a:lnTo>
                  <a:pt x="571500" y="733425"/>
                </a:lnTo>
                <a:lnTo>
                  <a:pt x="581025" y="733425"/>
                </a:lnTo>
                <a:lnTo>
                  <a:pt x="581025" y="714375"/>
                </a:lnTo>
                <a:lnTo>
                  <a:pt x="590550" y="714375"/>
                </a:lnTo>
                <a:lnTo>
                  <a:pt x="590550" y="695325"/>
                </a:lnTo>
                <a:lnTo>
                  <a:pt x="600075" y="695325"/>
                </a:lnTo>
                <a:lnTo>
                  <a:pt x="600075" y="676275"/>
                </a:lnTo>
                <a:lnTo>
                  <a:pt x="609600" y="676275"/>
                </a:lnTo>
                <a:lnTo>
                  <a:pt x="609600" y="657225"/>
                </a:lnTo>
                <a:lnTo>
                  <a:pt x="619125" y="657225"/>
                </a:lnTo>
                <a:lnTo>
                  <a:pt x="619125" y="628650"/>
                </a:lnTo>
                <a:lnTo>
                  <a:pt x="628650" y="628650"/>
                </a:lnTo>
                <a:lnTo>
                  <a:pt x="628650" y="609600"/>
                </a:lnTo>
                <a:lnTo>
                  <a:pt x="638175" y="609600"/>
                </a:lnTo>
                <a:lnTo>
                  <a:pt x="638175" y="590550"/>
                </a:lnTo>
                <a:lnTo>
                  <a:pt x="647700" y="590550"/>
                </a:lnTo>
                <a:lnTo>
                  <a:pt x="647700" y="571500"/>
                </a:lnTo>
                <a:lnTo>
                  <a:pt x="657225" y="571500"/>
                </a:lnTo>
                <a:lnTo>
                  <a:pt x="657225" y="552450"/>
                </a:lnTo>
                <a:lnTo>
                  <a:pt x="666750" y="552450"/>
                </a:lnTo>
                <a:lnTo>
                  <a:pt x="666750" y="533400"/>
                </a:lnTo>
                <a:lnTo>
                  <a:pt x="676275" y="533400"/>
                </a:lnTo>
                <a:lnTo>
                  <a:pt x="676275" y="514350"/>
                </a:lnTo>
                <a:lnTo>
                  <a:pt x="685800" y="514350"/>
                </a:lnTo>
                <a:lnTo>
                  <a:pt x="685800" y="485775"/>
                </a:lnTo>
                <a:lnTo>
                  <a:pt x="695325" y="485775"/>
                </a:lnTo>
                <a:lnTo>
                  <a:pt x="695325" y="466725"/>
                </a:lnTo>
                <a:lnTo>
                  <a:pt x="704850" y="466725"/>
                </a:lnTo>
                <a:lnTo>
                  <a:pt x="704850" y="447675"/>
                </a:lnTo>
                <a:lnTo>
                  <a:pt x="714375" y="447675"/>
                </a:lnTo>
                <a:lnTo>
                  <a:pt x="714375" y="428625"/>
                </a:lnTo>
                <a:lnTo>
                  <a:pt x="723900" y="428625"/>
                </a:lnTo>
                <a:lnTo>
                  <a:pt x="723900" y="409575"/>
                </a:lnTo>
                <a:lnTo>
                  <a:pt x="733425" y="409575"/>
                </a:lnTo>
                <a:lnTo>
                  <a:pt x="733425" y="390525"/>
                </a:lnTo>
                <a:lnTo>
                  <a:pt x="742950" y="390525"/>
                </a:lnTo>
                <a:lnTo>
                  <a:pt x="742950" y="371475"/>
                </a:lnTo>
                <a:lnTo>
                  <a:pt x="752475" y="371475"/>
                </a:lnTo>
                <a:lnTo>
                  <a:pt x="752475" y="342900"/>
                </a:lnTo>
                <a:lnTo>
                  <a:pt x="762000" y="342900"/>
                </a:lnTo>
                <a:lnTo>
                  <a:pt x="762000" y="323850"/>
                </a:lnTo>
                <a:lnTo>
                  <a:pt x="771525" y="323850"/>
                </a:lnTo>
                <a:lnTo>
                  <a:pt x="771525" y="304800"/>
                </a:lnTo>
                <a:lnTo>
                  <a:pt x="781050" y="304800"/>
                </a:lnTo>
                <a:lnTo>
                  <a:pt x="781050" y="285750"/>
                </a:lnTo>
                <a:lnTo>
                  <a:pt x="790575" y="285750"/>
                </a:lnTo>
                <a:lnTo>
                  <a:pt x="809625" y="228600"/>
                </a:lnTo>
                <a:lnTo>
                  <a:pt x="819150" y="228600"/>
                </a:lnTo>
                <a:lnTo>
                  <a:pt x="819150" y="200025"/>
                </a:lnTo>
                <a:lnTo>
                  <a:pt x="828675" y="200025"/>
                </a:lnTo>
                <a:lnTo>
                  <a:pt x="847725" y="142875"/>
                </a:lnTo>
                <a:lnTo>
                  <a:pt x="857250" y="142875"/>
                </a:lnTo>
                <a:lnTo>
                  <a:pt x="857250" y="123825"/>
                </a:lnTo>
                <a:lnTo>
                  <a:pt x="866775" y="123825"/>
                </a:lnTo>
                <a:lnTo>
                  <a:pt x="866775" y="104775"/>
                </a:lnTo>
                <a:lnTo>
                  <a:pt x="876300" y="104775"/>
                </a:lnTo>
                <a:lnTo>
                  <a:pt x="876300" y="85725"/>
                </a:lnTo>
                <a:lnTo>
                  <a:pt x="885825" y="85725"/>
                </a:lnTo>
                <a:lnTo>
                  <a:pt x="885825" y="57150"/>
                </a:lnTo>
                <a:lnTo>
                  <a:pt x="895350" y="57150"/>
                </a:lnTo>
                <a:close/>
                <a:moveTo>
                  <a:pt x="2514600" y="0"/>
                </a:moveTo>
                <a:lnTo>
                  <a:pt x="2933700" y="0"/>
                </a:lnTo>
                <a:lnTo>
                  <a:pt x="2933700" y="9525"/>
                </a:lnTo>
                <a:lnTo>
                  <a:pt x="2962275" y="28575"/>
                </a:lnTo>
                <a:lnTo>
                  <a:pt x="2962275" y="47625"/>
                </a:lnTo>
                <a:lnTo>
                  <a:pt x="2990850" y="66675"/>
                </a:lnTo>
                <a:lnTo>
                  <a:pt x="2990850" y="85725"/>
                </a:lnTo>
                <a:lnTo>
                  <a:pt x="3028950" y="114300"/>
                </a:lnTo>
                <a:lnTo>
                  <a:pt x="3028950" y="133350"/>
                </a:lnTo>
                <a:lnTo>
                  <a:pt x="3067050" y="161925"/>
                </a:lnTo>
                <a:lnTo>
                  <a:pt x="3067050" y="180975"/>
                </a:lnTo>
                <a:lnTo>
                  <a:pt x="3095625" y="200025"/>
                </a:lnTo>
                <a:lnTo>
                  <a:pt x="3095625" y="219075"/>
                </a:lnTo>
                <a:lnTo>
                  <a:pt x="3133725" y="247650"/>
                </a:lnTo>
                <a:lnTo>
                  <a:pt x="3133725" y="266700"/>
                </a:lnTo>
                <a:lnTo>
                  <a:pt x="3162300" y="285750"/>
                </a:lnTo>
                <a:lnTo>
                  <a:pt x="3162300" y="304800"/>
                </a:lnTo>
                <a:lnTo>
                  <a:pt x="3200400" y="333375"/>
                </a:lnTo>
                <a:lnTo>
                  <a:pt x="3200400" y="352425"/>
                </a:lnTo>
                <a:lnTo>
                  <a:pt x="3228975" y="371475"/>
                </a:lnTo>
                <a:lnTo>
                  <a:pt x="3228975" y="390525"/>
                </a:lnTo>
                <a:lnTo>
                  <a:pt x="3267075" y="419100"/>
                </a:lnTo>
                <a:lnTo>
                  <a:pt x="3267075" y="438150"/>
                </a:lnTo>
                <a:lnTo>
                  <a:pt x="3295650" y="457200"/>
                </a:lnTo>
                <a:lnTo>
                  <a:pt x="3295650" y="476250"/>
                </a:lnTo>
                <a:lnTo>
                  <a:pt x="3305175" y="476250"/>
                </a:lnTo>
                <a:lnTo>
                  <a:pt x="3305175" y="485775"/>
                </a:lnTo>
                <a:lnTo>
                  <a:pt x="3333750" y="504825"/>
                </a:lnTo>
                <a:lnTo>
                  <a:pt x="3333750" y="523875"/>
                </a:lnTo>
                <a:lnTo>
                  <a:pt x="3371850" y="552450"/>
                </a:lnTo>
                <a:lnTo>
                  <a:pt x="3371850" y="571500"/>
                </a:lnTo>
                <a:lnTo>
                  <a:pt x="3400425" y="590550"/>
                </a:lnTo>
                <a:lnTo>
                  <a:pt x="3400425" y="609600"/>
                </a:lnTo>
                <a:lnTo>
                  <a:pt x="3438525" y="638175"/>
                </a:lnTo>
                <a:lnTo>
                  <a:pt x="3438525" y="657225"/>
                </a:lnTo>
                <a:lnTo>
                  <a:pt x="3467100" y="676275"/>
                </a:lnTo>
                <a:lnTo>
                  <a:pt x="3467100" y="695325"/>
                </a:lnTo>
                <a:lnTo>
                  <a:pt x="3505200" y="723900"/>
                </a:lnTo>
                <a:lnTo>
                  <a:pt x="3505200" y="742950"/>
                </a:lnTo>
                <a:lnTo>
                  <a:pt x="3533775" y="762000"/>
                </a:lnTo>
                <a:lnTo>
                  <a:pt x="3533775" y="781050"/>
                </a:lnTo>
                <a:lnTo>
                  <a:pt x="3571875" y="809625"/>
                </a:lnTo>
                <a:lnTo>
                  <a:pt x="3571875" y="828675"/>
                </a:lnTo>
                <a:lnTo>
                  <a:pt x="3600450" y="847725"/>
                </a:lnTo>
                <a:lnTo>
                  <a:pt x="3600450" y="866775"/>
                </a:lnTo>
                <a:lnTo>
                  <a:pt x="3609975" y="866775"/>
                </a:lnTo>
                <a:lnTo>
                  <a:pt x="3609975" y="876300"/>
                </a:lnTo>
                <a:lnTo>
                  <a:pt x="3638550" y="895350"/>
                </a:lnTo>
                <a:lnTo>
                  <a:pt x="3638550" y="914400"/>
                </a:lnTo>
                <a:lnTo>
                  <a:pt x="3676650" y="942975"/>
                </a:lnTo>
                <a:lnTo>
                  <a:pt x="3676650" y="962025"/>
                </a:lnTo>
                <a:lnTo>
                  <a:pt x="3705225" y="981075"/>
                </a:lnTo>
                <a:lnTo>
                  <a:pt x="3705225" y="1000125"/>
                </a:lnTo>
                <a:lnTo>
                  <a:pt x="3743325" y="1028700"/>
                </a:lnTo>
                <a:lnTo>
                  <a:pt x="3743325" y="1047750"/>
                </a:lnTo>
                <a:lnTo>
                  <a:pt x="3771900" y="1066800"/>
                </a:lnTo>
                <a:lnTo>
                  <a:pt x="3771900" y="1085850"/>
                </a:lnTo>
                <a:lnTo>
                  <a:pt x="3810000" y="1114425"/>
                </a:lnTo>
                <a:lnTo>
                  <a:pt x="3810000" y="1133475"/>
                </a:lnTo>
                <a:lnTo>
                  <a:pt x="3838575" y="1152525"/>
                </a:lnTo>
                <a:lnTo>
                  <a:pt x="3838575" y="1171575"/>
                </a:lnTo>
                <a:lnTo>
                  <a:pt x="3876675" y="1200150"/>
                </a:lnTo>
                <a:lnTo>
                  <a:pt x="3876675" y="1219200"/>
                </a:lnTo>
                <a:lnTo>
                  <a:pt x="3905250" y="1238250"/>
                </a:lnTo>
                <a:lnTo>
                  <a:pt x="3905250" y="1257300"/>
                </a:lnTo>
                <a:lnTo>
                  <a:pt x="3914775" y="1257300"/>
                </a:lnTo>
                <a:lnTo>
                  <a:pt x="3933825" y="1285875"/>
                </a:lnTo>
                <a:lnTo>
                  <a:pt x="3943350" y="1285875"/>
                </a:lnTo>
                <a:lnTo>
                  <a:pt x="3943350" y="0"/>
                </a:lnTo>
                <a:lnTo>
                  <a:pt x="4381500" y="0"/>
                </a:lnTo>
                <a:lnTo>
                  <a:pt x="4381500" y="1981200"/>
                </a:lnTo>
                <a:lnTo>
                  <a:pt x="3962400" y="1981200"/>
                </a:lnTo>
                <a:lnTo>
                  <a:pt x="3962400" y="1971675"/>
                </a:lnTo>
                <a:lnTo>
                  <a:pt x="3924300" y="1943100"/>
                </a:lnTo>
                <a:lnTo>
                  <a:pt x="3924300" y="1924050"/>
                </a:lnTo>
                <a:lnTo>
                  <a:pt x="3886200" y="1895475"/>
                </a:lnTo>
                <a:lnTo>
                  <a:pt x="3886200" y="1876425"/>
                </a:lnTo>
                <a:lnTo>
                  <a:pt x="3857625" y="1857375"/>
                </a:lnTo>
                <a:lnTo>
                  <a:pt x="3857625" y="1838325"/>
                </a:lnTo>
                <a:lnTo>
                  <a:pt x="3819525" y="1809750"/>
                </a:lnTo>
                <a:lnTo>
                  <a:pt x="3819525" y="1790700"/>
                </a:lnTo>
                <a:lnTo>
                  <a:pt x="3790950" y="1771650"/>
                </a:lnTo>
                <a:lnTo>
                  <a:pt x="3790950" y="1752600"/>
                </a:lnTo>
                <a:lnTo>
                  <a:pt x="3752850" y="1724025"/>
                </a:lnTo>
                <a:lnTo>
                  <a:pt x="3752850" y="1704975"/>
                </a:lnTo>
                <a:lnTo>
                  <a:pt x="3724275" y="1685925"/>
                </a:lnTo>
                <a:lnTo>
                  <a:pt x="3724275" y="1666875"/>
                </a:lnTo>
                <a:lnTo>
                  <a:pt x="3686175" y="1638300"/>
                </a:lnTo>
                <a:lnTo>
                  <a:pt x="3686175" y="1619250"/>
                </a:lnTo>
                <a:lnTo>
                  <a:pt x="3657600" y="1600200"/>
                </a:lnTo>
                <a:lnTo>
                  <a:pt x="3657600" y="1581150"/>
                </a:lnTo>
                <a:lnTo>
                  <a:pt x="3648075" y="1581150"/>
                </a:lnTo>
                <a:lnTo>
                  <a:pt x="3648075" y="1571625"/>
                </a:lnTo>
                <a:lnTo>
                  <a:pt x="3619500" y="1552575"/>
                </a:lnTo>
                <a:lnTo>
                  <a:pt x="3619500" y="1533525"/>
                </a:lnTo>
                <a:lnTo>
                  <a:pt x="3581400" y="1504950"/>
                </a:lnTo>
                <a:lnTo>
                  <a:pt x="3581400" y="1485900"/>
                </a:lnTo>
                <a:lnTo>
                  <a:pt x="3552825" y="1466850"/>
                </a:lnTo>
                <a:lnTo>
                  <a:pt x="3552825" y="1447800"/>
                </a:lnTo>
                <a:lnTo>
                  <a:pt x="3514725" y="1419225"/>
                </a:lnTo>
                <a:lnTo>
                  <a:pt x="3514725" y="1400175"/>
                </a:lnTo>
                <a:lnTo>
                  <a:pt x="3486150" y="1381125"/>
                </a:lnTo>
                <a:lnTo>
                  <a:pt x="3486150" y="1362075"/>
                </a:lnTo>
                <a:lnTo>
                  <a:pt x="3448050" y="1333500"/>
                </a:lnTo>
                <a:lnTo>
                  <a:pt x="3448050" y="1314450"/>
                </a:lnTo>
                <a:lnTo>
                  <a:pt x="3419475" y="1295400"/>
                </a:lnTo>
                <a:lnTo>
                  <a:pt x="3419475" y="1276350"/>
                </a:lnTo>
                <a:lnTo>
                  <a:pt x="3381375" y="1247775"/>
                </a:lnTo>
                <a:lnTo>
                  <a:pt x="3381375" y="1228725"/>
                </a:lnTo>
                <a:lnTo>
                  <a:pt x="3352800" y="1209675"/>
                </a:lnTo>
                <a:lnTo>
                  <a:pt x="3352800" y="1190625"/>
                </a:lnTo>
                <a:lnTo>
                  <a:pt x="3343275" y="1190625"/>
                </a:lnTo>
                <a:lnTo>
                  <a:pt x="3343275" y="1181100"/>
                </a:lnTo>
                <a:lnTo>
                  <a:pt x="3314700" y="1162050"/>
                </a:lnTo>
                <a:lnTo>
                  <a:pt x="3314700" y="1143000"/>
                </a:lnTo>
                <a:lnTo>
                  <a:pt x="3276600" y="1114425"/>
                </a:lnTo>
                <a:lnTo>
                  <a:pt x="3276600" y="1095375"/>
                </a:lnTo>
                <a:lnTo>
                  <a:pt x="3248025" y="1076325"/>
                </a:lnTo>
                <a:lnTo>
                  <a:pt x="3248025" y="1057275"/>
                </a:lnTo>
                <a:lnTo>
                  <a:pt x="3209925" y="1028700"/>
                </a:lnTo>
                <a:lnTo>
                  <a:pt x="3209925" y="1009650"/>
                </a:lnTo>
                <a:lnTo>
                  <a:pt x="3181350" y="990600"/>
                </a:lnTo>
                <a:lnTo>
                  <a:pt x="3181350" y="971550"/>
                </a:lnTo>
                <a:lnTo>
                  <a:pt x="3143250" y="942975"/>
                </a:lnTo>
                <a:lnTo>
                  <a:pt x="3143250" y="923925"/>
                </a:lnTo>
                <a:lnTo>
                  <a:pt x="3114675" y="904875"/>
                </a:lnTo>
                <a:lnTo>
                  <a:pt x="3114675" y="885825"/>
                </a:lnTo>
                <a:lnTo>
                  <a:pt x="3076575" y="857250"/>
                </a:lnTo>
                <a:lnTo>
                  <a:pt x="3076575" y="838200"/>
                </a:lnTo>
                <a:lnTo>
                  <a:pt x="3048000" y="819150"/>
                </a:lnTo>
                <a:lnTo>
                  <a:pt x="3048000" y="800100"/>
                </a:lnTo>
                <a:lnTo>
                  <a:pt x="3038475" y="800100"/>
                </a:lnTo>
                <a:lnTo>
                  <a:pt x="3038475" y="790575"/>
                </a:lnTo>
                <a:lnTo>
                  <a:pt x="3009900" y="771525"/>
                </a:lnTo>
                <a:lnTo>
                  <a:pt x="3009900" y="752475"/>
                </a:lnTo>
                <a:lnTo>
                  <a:pt x="2971800" y="723900"/>
                </a:lnTo>
                <a:lnTo>
                  <a:pt x="2962275" y="695325"/>
                </a:lnTo>
                <a:lnTo>
                  <a:pt x="2952750" y="695325"/>
                </a:lnTo>
                <a:lnTo>
                  <a:pt x="2952750" y="1981200"/>
                </a:lnTo>
                <a:lnTo>
                  <a:pt x="2514600" y="1981200"/>
                </a:lnTo>
                <a:close/>
                <a:moveTo>
                  <a:pt x="4876800" y="0"/>
                </a:moveTo>
                <a:lnTo>
                  <a:pt x="5314950" y="0"/>
                </a:lnTo>
                <a:lnTo>
                  <a:pt x="5314950" y="1981200"/>
                </a:lnTo>
                <a:lnTo>
                  <a:pt x="4876800" y="1981200"/>
                </a:lnTo>
                <a:close/>
                <a:moveTo>
                  <a:pt x="6153150" y="0"/>
                </a:moveTo>
                <a:lnTo>
                  <a:pt x="6705600" y="0"/>
                </a:lnTo>
                <a:lnTo>
                  <a:pt x="6696075" y="28575"/>
                </a:lnTo>
                <a:lnTo>
                  <a:pt x="6667500" y="47625"/>
                </a:lnTo>
                <a:lnTo>
                  <a:pt x="6667500" y="66675"/>
                </a:lnTo>
                <a:lnTo>
                  <a:pt x="6629400" y="95250"/>
                </a:lnTo>
                <a:lnTo>
                  <a:pt x="6629400" y="114300"/>
                </a:lnTo>
                <a:lnTo>
                  <a:pt x="6600825" y="133350"/>
                </a:lnTo>
                <a:lnTo>
                  <a:pt x="6600825" y="152400"/>
                </a:lnTo>
                <a:lnTo>
                  <a:pt x="6562725" y="180975"/>
                </a:lnTo>
                <a:lnTo>
                  <a:pt x="6562725" y="200025"/>
                </a:lnTo>
                <a:lnTo>
                  <a:pt x="6534150" y="219075"/>
                </a:lnTo>
                <a:lnTo>
                  <a:pt x="6534150" y="238125"/>
                </a:lnTo>
                <a:lnTo>
                  <a:pt x="6496050" y="266700"/>
                </a:lnTo>
                <a:lnTo>
                  <a:pt x="6496050" y="285750"/>
                </a:lnTo>
                <a:lnTo>
                  <a:pt x="6467475" y="304800"/>
                </a:lnTo>
                <a:lnTo>
                  <a:pt x="6467475" y="323850"/>
                </a:lnTo>
                <a:lnTo>
                  <a:pt x="6457950" y="323850"/>
                </a:lnTo>
                <a:lnTo>
                  <a:pt x="6457950" y="333375"/>
                </a:lnTo>
                <a:lnTo>
                  <a:pt x="6429375" y="352425"/>
                </a:lnTo>
                <a:lnTo>
                  <a:pt x="6429375" y="371475"/>
                </a:lnTo>
                <a:lnTo>
                  <a:pt x="6391275" y="400050"/>
                </a:lnTo>
                <a:lnTo>
                  <a:pt x="6391275" y="419100"/>
                </a:lnTo>
                <a:lnTo>
                  <a:pt x="6362700" y="438150"/>
                </a:lnTo>
                <a:lnTo>
                  <a:pt x="6362700" y="457200"/>
                </a:lnTo>
                <a:lnTo>
                  <a:pt x="6324600" y="485775"/>
                </a:lnTo>
                <a:lnTo>
                  <a:pt x="6324600" y="504825"/>
                </a:lnTo>
                <a:lnTo>
                  <a:pt x="6296025" y="523875"/>
                </a:lnTo>
                <a:lnTo>
                  <a:pt x="6296025" y="542925"/>
                </a:lnTo>
                <a:lnTo>
                  <a:pt x="6257925" y="571500"/>
                </a:lnTo>
                <a:lnTo>
                  <a:pt x="6257925" y="590550"/>
                </a:lnTo>
                <a:lnTo>
                  <a:pt x="6229350" y="609600"/>
                </a:lnTo>
                <a:lnTo>
                  <a:pt x="6229350" y="628650"/>
                </a:lnTo>
                <a:lnTo>
                  <a:pt x="6191250" y="657225"/>
                </a:lnTo>
                <a:lnTo>
                  <a:pt x="6191250" y="676275"/>
                </a:lnTo>
                <a:lnTo>
                  <a:pt x="6162675" y="695325"/>
                </a:lnTo>
                <a:lnTo>
                  <a:pt x="6162675" y="714375"/>
                </a:lnTo>
                <a:lnTo>
                  <a:pt x="6124575" y="742950"/>
                </a:lnTo>
                <a:lnTo>
                  <a:pt x="6124575" y="762000"/>
                </a:lnTo>
                <a:lnTo>
                  <a:pt x="6086475" y="790575"/>
                </a:lnTo>
                <a:lnTo>
                  <a:pt x="6086475" y="809625"/>
                </a:lnTo>
                <a:lnTo>
                  <a:pt x="6057900" y="828675"/>
                </a:lnTo>
                <a:lnTo>
                  <a:pt x="6057900" y="847725"/>
                </a:lnTo>
                <a:lnTo>
                  <a:pt x="6019800" y="876300"/>
                </a:lnTo>
                <a:lnTo>
                  <a:pt x="6019800" y="895350"/>
                </a:lnTo>
                <a:lnTo>
                  <a:pt x="5991225" y="914400"/>
                </a:lnTo>
                <a:lnTo>
                  <a:pt x="5991225" y="933450"/>
                </a:lnTo>
                <a:lnTo>
                  <a:pt x="5981700" y="933450"/>
                </a:lnTo>
                <a:lnTo>
                  <a:pt x="5981700" y="942975"/>
                </a:lnTo>
                <a:lnTo>
                  <a:pt x="5953125" y="962025"/>
                </a:lnTo>
                <a:lnTo>
                  <a:pt x="5953125" y="981075"/>
                </a:lnTo>
                <a:lnTo>
                  <a:pt x="5943600" y="981075"/>
                </a:lnTo>
                <a:lnTo>
                  <a:pt x="5953125" y="1019175"/>
                </a:lnTo>
                <a:lnTo>
                  <a:pt x="5962650" y="1019175"/>
                </a:lnTo>
                <a:lnTo>
                  <a:pt x="5962650" y="1028700"/>
                </a:lnTo>
                <a:lnTo>
                  <a:pt x="5991225" y="1047750"/>
                </a:lnTo>
                <a:lnTo>
                  <a:pt x="5991225" y="1066800"/>
                </a:lnTo>
                <a:lnTo>
                  <a:pt x="6029325" y="1095375"/>
                </a:lnTo>
                <a:lnTo>
                  <a:pt x="6029325" y="1114425"/>
                </a:lnTo>
                <a:lnTo>
                  <a:pt x="6057900" y="1133475"/>
                </a:lnTo>
                <a:lnTo>
                  <a:pt x="6057900" y="1152525"/>
                </a:lnTo>
                <a:lnTo>
                  <a:pt x="6096000" y="1181100"/>
                </a:lnTo>
                <a:lnTo>
                  <a:pt x="6096000" y="1200150"/>
                </a:lnTo>
                <a:lnTo>
                  <a:pt x="6124575" y="1219200"/>
                </a:lnTo>
                <a:lnTo>
                  <a:pt x="6124575" y="1238250"/>
                </a:lnTo>
                <a:lnTo>
                  <a:pt x="6162675" y="1266825"/>
                </a:lnTo>
                <a:lnTo>
                  <a:pt x="6162675" y="1285875"/>
                </a:lnTo>
                <a:lnTo>
                  <a:pt x="6191250" y="1304925"/>
                </a:lnTo>
                <a:lnTo>
                  <a:pt x="6191250" y="1323975"/>
                </a:lnTo>
                <a:lnTo>
                  <a:pt x="6229350" y="1352550"/>
                </a:lnTo>
                <a:lnTo>
                  <a:pt x="6229350" y="1371600"/>
                </a:lnTo>
                <a:lnTo>
                  <a:pt x="6257925" y="1390650"/>
                </a:lnTo>
                <a:lnTo>
                  <a:pt x="6257925" y="1409700"/>
                </a:lnTo>
                <a:lnTo>
                  <a:pt x="6296025" y="1438275"/>
                </a:lnTo>
                <a:lnTo>
                  <a:pt x="6296025" y="1457325"/>
                </a:lnTo>
                <a:lnTo>
                  <a:pt x="6324600" y="1476375"/>
                </a:lnTo>
                <a:lnTo>
                  <a:pt x="6324600" y="1495425"/>
                </a:lnTo>
                <a:lnTo>
                  <a:pt x="6334125" y="1495425"/>
                </a:lnTo>
                <a:lnTo>
                  <a:pt x="6334125" y="1504950"/>
                </a:lnTo>
                <a:lnTo>
                  <a:pt x="6362700" y="1524000"/>
                </a:lnTo>
                <a:lnTo>
                  <a:pt x="6362700" y="1543050"/>
                </a:lnTo>
                <a:lnTo>
                  <a:pt x="6400800" y="1571625"/>
                </a:lnTo>
                <a:lnTo>
                  <a:pt x="6400800" y="1590675"/>
                </a:lnTo>
                <a:lnTo>
                  <a:pt x="6410325" y="1590675"/>
                </a:lnTo>
                <a:lnTo>
                  <a:pt x="6410325" y="1600200"/>
                </a:lnTo>
                <a:lnTo>
                  <a:pt x="6429375" y="1609725"/>
                </a:lnTo>
                <a:lnTo>
                  <a:pt x="6429375" y="1628775"/>
                </a:lnTo>
                <a:lnTo>
                  <a:pt x="6467475" y="1657350"/>
                </a:lnTo>
                <a:lnTo>
                  <a:pt x="6467475" y="1676400"/>
                </a:lnTo>
                <a:lnTo>
                  <a:pt x="6477000" y="1676400"/>
                </a:lnTo>
                <a:lnTo>
                  <a:pt x="6477000" y="1685925"/>
                </a:lnTo>
                <a:lnTo>
                  <a:pt x="6496050" y="1695450"/>
                </a:lnTo>
                <a:lnTo>
                  <a:pt x="6496050" y="1714500"/>
                </a:lnTo>
                <a:lnTo>
                  <a:pt x="6534150" y="1743075"/>
                </a:lnTo>
                <a:lnTo>
                  <a:pt x="6534150" y="1762125"/>
                </a:lnTo>
                <a:lnTo>
                  <a:pt x="6562725" y="1781175"/>
                </a:lnTo>
                <a:lnTo>
                  <a:pt x="6562725" y="1800225"/>
                </a:lnTo>
                <a:lnTo>
                  <a:pt x="6600825" y="1828800"/>
                </a:lnTo>
                <a:lnTo>
                  <a:pt x="6600825" y="1847850"/>
                </a:lnTo>
                <a:lnTo>
                  <a:pt x="6629400" y="1866900"/>
                </a:lnTo>
                <a:lnTo>
                  <a:pt x="6629400" y="1885950"/>
                </a:lnTo>
                <a:lnTo>
                  <a:pt x="6667500" y="1914525"/>
                </a:lnTo>
                <a:lnTo>
                  <a:pt x="6667500" y="1933575"/>
                </a:lnTo>
                <a:lnTo>
                  <a:pt x="6705600" y="1962150"/>
                </a:lnTo>
                <a:lnTo>
                  <a:pt x="6705600" y="1981200"/>
                </a:lnTo>
                <a:lnTo>
                  <a:pt x="6162675" y="1981200"/>
                </a:lnTo>
                <a:lnTo>
                  <a:pt x="6162675" y="1971675"/>
                </a:lnTo>
                <a:lnTo>
                  <a:pt x="6124575" y="1943100"/>
                </a:lnTo>
                <a:lnTo>
                  <a:pt x="6124575" y="1924050"/>
                </a:lnTo>
                <a:lnTo>
                  <a:pt x="6096000" y="1905000"/>
                </a:lnTo>
                <a:lnTo>
                  <a:pt x="6096000" y="1885950"/>
                </a:lnTo>
                <a:lnTo>
                  <a:pt x="6057900" y="1857375"/>
                </a:lnTo>
                <a:lnTo>
                  <a:pt x="6057900" y="1838325"/>
                </a:lnTo>
                <a:lnTo>
                  <a:pt x="6019800" y="1809750"/>
                </a:lnTo>
                <a:lnTo>
                  <a:pt x="6019800" y="1790700"/>
                </a:lnTo>
                <a:lnTo>
                  <a:pt x="5991225" y="1771650"/>
                </a:lnTo>
                <a:lnTo>
                  <a:pt x="5991225" y="1752600"/>
                </a:lnTo>
                <a:lnTo>
                  <a:pt x="5953125" y="1724025"/>
                </a:lnTo>
                <a:lnTo>
                  <a:pt x="5953125" y="1704975"/>
                </a:lnTo>
                <a:lnTo>
                  <a:pt x="5924550" y="1685925"/>
                </a:lnTo>
                <a:lnTo>
                  <a:pt x="5924550" y="1666875"/>
                </a:lnTo>
                <a:lnTo>
                  <a:pt x="5886450" y="1638300"/>
                </a:lnTo>
                <a:lnTo>
                  <a:pt x="5886450" y="1619250"/>
                </a:lnTo>
                <a:lnTo>
                  <a:pt x="5857875" y="1600200"/>
                </a:lnTo>
                <a:lnTo>
                  <a:pt x="5857875" y="1581150"/>
                </a:lnTo>
                <a:lnTo>
                  <a:pt x="5819775" y="1552575"/>
                </a:lnTo>
                <a:lnTo>
                  <a:pt x="5819775" y="1533525"/>
                </a:lnTo>
                <a:lnTo>
                  <a:pt x="5791200" y="1514475"/>
                </a:lnTo>
                <a:lnTo>
                  <a:pt x="5791200" y="1495425"/>
                </a:lnTo>
                <a:lnTo>
                  <a:pt x="5781675" y="1495425"/>
                </a:lnTo>
                <a:lnTo>
                  <a:pt x="5781675" y="1485900"/>
                </a:lnTo>
                <a:lnTo>
                  <a:pt x="5753100" y="1466850"/>
                </a:lnTo>
                <a:lnTo>
                  <a:pt x="5753100" y="1447800"/>
                </a:lnTo>
                <a:lnTo>
                  <a:pt x="5715000" y="1419225"/>
                </a:lnTo>
                <a:lnTo>
                  <a:pt x="5715000" y="1400175"/>
                </a:lnTo>
                <a:lnTo>
                  <a:pt x="5686425" y="1381125"/>
                </a:lnTo>
                <a:lnTo>
                  <a:pt x="5686425" y="1362075"/>
                </a:lnTo>
                <a:lnTo>
                  <a:pt x="5648325" y="1333500"/>
                </a:lnTo>
                <a:lnTo>
                  <a:pt x="5648325" y="1314450"/>
                </a:lnTo>
                <a:lnTo>
                  <a:pt x="5619750" y="1295400"/>
                </a:lnTo>
                <a:lnTo>
                  <a:pt x="5619750" y="1276350"/>
                </a:lnTo>
                <a:lnTo>
                  <a:pt x="5581650" y="1247775"/>
                </a:lnTo>
                <a:lnTo>
                  <a:pt x="5581650" y="1228725"/>
                </a:lnTo>
                <a:lnTo>
                  <a:pt x="5553075" y="1209675"/>
                </a:lnTo>
                <a:lnTo>
                  <a:pt x="5553075" y="1190625"/>
                </a:lnTo>
                <a:lnTo>
                  <a:pt x="5514975" y="1162050"/>
                </a:lnTo>
                <a:lnTo>
                  <a:pt x="5514975" y="1143000"/>
                </a:lnTo>
                <a:lnTo>
                  <a:pt x="5486400" y="1123950"/>
                </a:lnTo>
                <a:lnTo>
                  <a:pt x="5486400" y="1104900"/>
                </a:lnTo>
                <a:lnTo>
                  <a:pt x="5448300" y="1076325"/>
                </a:lnTo>
                <a:lnTo>
                  <a:pt x="5448300" y="1057275"/>
                </a:lnTo>
                <a:lnTo>
                  <a:pt x="5419725" y="1038225"/>
                </a:lnTo>
                <a:lnTo>
                  <a:pt x="5419725" y="1019175"/>
                </a:lnTo>
                <a:lnTo>
                  <a:pt x="5391150" y="1000125"/>
                </a:lnTo>
                <a:lnTo>
                  <a:pt x="5391150" y="981075"/>
                </a:lnTo>
                <a:lnTo>
                  <a:pt x="5410200" y="971550"/>
                </a:lnTo>
                <a:lnTo>
                  <a:pt x="5410200" y="952500"/>
                </a:lnTo>
                <a:lnTo>
                  <a:pt x="5448300" y="923925"/>
                </a:lnTo>
                <a:lnTo>
                  <a:pt x="5448300" y="904875"/>
                </a:lnTo>
                <a:lnTo>
                  <a:pt x="5457825" y="904875"/>
                </a:lnTo>
                <a:lnTo>
                  <a:pt x="5457825" y="895350"/>
                </a:lnTo>
                <a:lnTo>
                  <a:pt x="5476875" y="885825"/>
                </a:lnTo>
                <a:lnTo>
                  <a:pt x="5476875" y="866775"/>
                </a:lnTo>
                <a:lnTo>
                  <a:pt x="5514975" y="838200"/>
                </a:lnTo>
                <a:lnTo>
                  <a:pt x="5514975" y="819150"/>
                </a:lnTo>
                <a:lnTo>
                  <a:pt x="5553075" y="790575"/>
                </a:lnTo>
                <a:lnTo>
                  <a:pt x="5553075" y="771525"/>
                </a:lnTo>
                <a:lnTo>
                  <a:pt x="5581650" y="752475"/>
                </a:lnTo>
                <a:lnTo>
                  <a:pt x="5581650" y="733425"/>
                </a:lnTo>
                <a:lnTo>
                  <a:pt x="5619750" y="704850"/>
                </a:lnTo>
                <a:lnTo>
                  <a:pt x="5619750" y="685800"/>
                </a:lnTo>
                <a:lnTo>
                  <a:pt x="5648325" y="666750"/>
                </a:lnTo>
                <a:lnTo>
                  <a:pt x="5648325" y="647700"/>
                </a:lnTo>
                <a:lnTo>
                  <a:pt x="5686425" y="619125"/>
                </a:lnTo>
                <a:lnTo>
                  <a:pt x="5686425" y="600075"/>
                </a:lnTo>
                <a:lnTo>
                  <a:pt x="5715000" y="581025"/>
                </a:lnTo>
                <a:lnTo>
                  <a:pt x="5715000" y="561975"/>
                </a:lnTo>
                <a:lnTo>
                  <a:pt x="5724525" y="561975"/>
                </a:lnTo>
                <a:lnTo>
                  <a:pt x="5724525" y="552450"/>
                </a:lnTo>
                <a:lnTo>
                  <a:pt x="5753100" y="533400"/>
                </a:lnTo>
                <a:lnTo>
                  <a:pt x="5753100" y="514350"/>
                </a:lnTo>
                <a:lnTo>
                  <a:pt x="5781675" y="495300"/>
                </a:lnTo>
                <a:lnTo>
                  <a:pt x="5781675" y="476250"/>
                </a:lnTo>
                <a:lnTo>
                  <a:pt x="5791200" y="476250"/>
                </a:lnTo>
                <a:lnTo>
                  <a:pt x="5791200" y="466725"/>
                </a:lnTo>
                <a:lnTo>
                  <a:pt x="5819775" y="447675"/>
                </a:lnTo>
                <a:lnTo>
                  <a:pt x="5819775" y="428625"/>
                </a:lnTo>
                <a:lnTo>
                  <a:pt x="5857875" y="400050"/>
                </a:lnTo>
                <a:lnTo>
                  <a:pt x="5857875" y="381000"/>
                </a:lnTo>
                <a:lnTo>
                  <a:pt x="5867400" y="381000"/>
                </a:lnTo>
                <a:lnTo>
                  <a:pt x="5867400" y="371475"/>
                </a:lnTo>
                <a:lnTo>
                  <a:pt x="5886450" y="361950"/>
                </a:lnTo>
                <a:lnTo>
                  <a:pt x="5886450" y="342900"/>
                </a:lnTo>
                <a:lnTo>
                  <a:pt x="5924550" y="314325"/>
                </a:lnTo>
                <a:lnTo>
                  <a:pt x="5924550" y="295275"/>
                </a:lnTo>
                <a:lnTo>
                  <a:pt x="5953125" y="276225"/>
                </a:lnTo>
                <a:lnTo>
                  <a:pt x="5953125" y="257175"/>
                </a:lnTo>
                <a:lnTo>
                  <a:pt x="5991225" y="228600"/>
                </a:lnTo>
                <a:lnTo>
                  <a:pt x="5991225" y="209550"/>
                </a:lnTo>
                <a:lnTo>
                  <a:pt x="6019800" y="190500"/>
                </a:lnTo>
                <a:lnTo>
                  <a:pt x="6019800" y="171450"/>
                </a:lnTo>
                <a:lnTo>
                  <a:pt x="6057900" y="142875"/>
                </a:lnTo>
                <a:lnTo>
                  <a:pt x="6057900" y="123825"/>
                </a:lnTo>
                <a:lnTo>
                  <a:pt x="6086475" y="104775"/>
                </a:lnTo>
                <a:lnTo>
                  <a:pt x="6086475" y="85725"/>
                </a:lnTo>
                <a:lnTo>
                  <a:pt x="6124575" y="57150"/>
                </a:lnTo>
                <a:lnTo>
                  <a:pt x="6124575" y="38100"/>
                </a:lnTo>
                <a:lnTo>
                  <a:pt x="6153150" y="19050"/>
                </a:lnTo>
                <a:close/>
                <a:moveTo>
                  <a:pt x="7010400" y="0"/>
                </a:moveTo>
                <a:lnTo>
                  <a:pt x="8715375" y="0"/>
                </a:lnTo>
                <a:lnTo>
                  <a:pt x="8715375" y="400050"/>
                </a:lnTo>
                <a:lnTo>
                  <a:pt x="7448550" y="400050"/>
                </a:lnTo>
                <a:lnTo>
                  <a:pt x="7448550" y="790575"/>
                </a:lnTo>
                <a:lnTo>
                  <a:pt x="8439150" y="790575"/>
                </a:lnTo>
                <a:lnTo>
                  <a:pt x="8439150" y="1190625"/>
                </a:lnTo>
                <a:lnTo>
                  <a:pt x="7648575" y="1190625"/>
                </a:lnTo>
                <a:lnTo>
                  <a:pt x="7448550" y="1190625"/>
                </a:lnTo>
                <a:lnTo>
                  <a:pt x="7448550" y="1581150"/>
                </a:lnTo>
                <a:lnTo>
                  <a:pt x="8715375" y="1581150"/>
                </a:lnTo>
                <a:lnTo>
                  <a:pt x="8715375" y="1981200"/>
                </a:lnTo>
                <a:lnTo>
                  <a:pt x="7010400" y="1981200"/>
                </a:lnTo>
                <a:close/>
                <a:moveTo>
                  <a:pt x="9115425" y="0"/>
                </a:moveTo>
                <a:lnTo>
                  <a:pt x="10372725" y="0"/>
                </a:lnTo>
                <a:lnTo>
                  <a:pt x="10372725" y="9525"/>
                </a:lnTo>
                <a:lnTo>
                  <a:pt x="10429875" y="9525"/>
                </a:lnTo>
                <a:lnTo>
                  <a:pt x="10429875" y="19050"/>
                </a:lnTo>
                <a:lnTo>
                  <a:pt x="10458450" y="19050"/>
                </a:lnTo>
                <a:lnTo>
                  <a:pt x="10458450" y="28575"/>
                </a:lnTo>
                <a:lnTo>
                  <a:pt x="10496550" y="28575"/>
                </a:lnTo>
                <a:lnTo>
                  <a:pt x="10496550" y="38100"/>
                </a:lnTo>
                <a:lnTo>
                  <a:pt x="10515600" y="38100"/>
                </a:lnTo>
                <a:lnTo>
                  <a:pt x="10515600" y="47625"/>
                </a:lnTo>
                <a:lnTo>
                  <a:pt x="10544175" y="47625"/>
                </a:lnTo>
                <a:lnTo>
                  <a:pt x="10544175" y="57150"/>
                </a:lnTo>
                <a:lnTo>
                  <a:pt x="10582275" y="66675"/>
                </a:lnTo>
                <a:lnTo>
                  <a:pt x="10582275" y="76200"/>
                </a:lnTo>
                <a:lnTo>
                  <a:pt x="10601325" y="76200"/>
                </a:lnTo>
                <a:lnTo>
                  <a:pt x="10610850" y="95250"/>
                </a:lnTo>
                <a:lnTo>
                  <a:pt x="10648950" y="104775"/>
                </a:lnTo>
                <a:lnTo>
                  <a:pt x="10658475" y="123825"/>
                </a:lnTo>
                <a:lnTo>
                  <a:pt x="10677525" y="123825"/>
                </a:lnTo>
                <a:lnTo>
                  <a:pt x="10715625" y="171450"/>
                </a:lnTo>
                <a:lnTo>
                  <a:pt x="10734675" y="171450"/>
                </a:lnTo>
                <a:lnTo>
                  <a:pt x="10734675" y="180975"/>
                </a:lnTo>
                <a:lnTo>
                  <a:pt x="10782300" y="219075"/>
                </a:lnTo>
                <a:lnTo>
                  <a:pt x="10782300" y="238125"/>
                </a:lnTo>
                <a:lnTo>
                  <a:pt x="10820400" y="266700"/>
                </a:lnTo>
                <a:lnTo>
                  <a:pt x="10820400" y="285750"/>
                </a:lnTo>
                <a:lnTo>
                  <a:pt x="10829925" y="285750"/>
                </a:lnTo>
                <a:lnTo>
                  <a:pt x="10839450" y="314325"/>
                </a:lnTo>
                <a:lnTo>
                  <a:pt x="10858500" y="323850"/>
                </a:lnTo>
                <a:lnTo>
                  <a:pt x="10858500" y="342900"/>
                </a:lnTo>
                <a:lnTo>
                  <a:pt x="10868025" y="342900"/>
                </a:lnTo>
                <a:lnTo>
                  <a:pt x="10868025" y="361950"/>
                </a:lnTo>
                <a:lnTo>
                  <a:pt x="10877550" y="361950"/>
                </a:lnTo>
                <a:lnTo>
                  <a:pt x="10877550" y="381000"/>
                </a:lnTo>
                <a:lnTo>
                  <a:pt x="10887075" y="381000"/>
                </a:lnTo>
                <a:lnTo>
                  <a:pt x="10887075" y="400050"/>
                </a:lnTo>
                <a:lnTo>
                  <a:pt x="10896600" y="400050"/>
                </a:lnTo>
                <a:lnTo>
                  <a:pt x="10896600" y="419100"/>
                </a:lnTo>
                <a:lnTo>
                  <a:pt x="10906125" y="419100"/>
                </a:lnTo>
                <a:lnTo>
                  <a:pt x="10906125" y="447675"/>
                </a:lnTo>
                <a:lnTo>
                  <a:pt x="10915650" y="447675"/>
                </a:lnTo>
                <a:lnTo>
                  <a:pt x="10915650" y="476250"/>
                </a:lnTo>
                <a:lnTo>
                  <a:pt x="10925175" y="476250"/>
                </a:lnTo>
                <a:lnTo>
                  <a:pt x="10925175" y="514350"/>
                </a:lnTo>
                <a:lnTo>
                  <a:pt x="10934700" y="514350"/>
                </a:lnTo>
                <a:lnTo>
                  <a:pt x="10934700" y="552450"/>
                </a:lnTo>
                <a:lnTo>
                  <a:pt x="10944225" y="552450"/>
                </a:lnTo>
                <a:lnTo>
                  <a:pt x="10953750" y="723900"/>
                </a:lnTo>
                <a:lnTo>
                  <a:pt x="10944225" y="723900"/>
                </a:lnTo>
                <a:lnTo>
                  <a:pt x="10944225" y="800100"/>
                </a:lnTo>
                <a:lnTo>
                  <a:pt x="10934700" y="800100"/>
                </a:lnTo>
                <a:lnTo>
                  <a:pt x="10925175" y="876300"/>
                </a:lnTo>
                <a:lnTo>
                  <a:pt x="10915650" y="876300"/>
                </a:lnTo>
                <a:lnTo>
                  <a:pt x="10915650" y="904875"/>
                </a:lnTo>
                <a:lnTo>
                  <a:pt x="10906125" y="904875"/>
                </a:lnTo>
                <a:lnTo>
                  <a:pt x="10906125" y="923925"/>
                </a:lnTo>
                <a:lnTo>
                  <a:pt x="10896600" y="923925"/>
                </a:lnTo>
                <a:lnTo>
                  <a:pt x="10896600" y="952500"/>
                </a:lnTo>
                <a:lnTo>
                  <a:pt x="10887075" y="952500"/>
                </a:lnTo>
                <a:lnTo>
                  <a:pt x="10877550" y="990600"/>
                </a:lnTo>
                <a:lnTo>
                  <a:pt x="10858500" y="1000125"/>
                </a:lnTo>
                <a:lnTo>
                  <a:pt x="10848975" y="1038225"/>
                </a:lnTo>
                <a:lnTo>
                  <a:pt x="10829925" y="1047750"/>
                </a:lnTo>
                <a:lnTo>
                  <a:pt x="10829925" y="1066800"/>
                </a:lnTo>
                <a:lnTo>
                  <a:pt x="10782300" y="1104900"/>
                </a:lnTo>
                <a:lnTo>
                  <a:pt x="10782300" y="1123950"/>
                </a:lnTo>
                <a:lnTo>
                  <a:pt x="10772775" y="1123950"/>
                </a:lnTo>
                <a:lnTo>
                  <a:pt x="10744200" y="1162050"/>
                </a:lnTo>
                <a:lnTo>
                  <a:pt x="10725150" y="1162050"/>
                </a:lnTo>
                <a:lnTo>
                  <a:pt x="10696575" y="1200150"/>
                </a:lnTo>
                <a:lnTo>
                  <a:pt x="10677525" y="1200150"/>
                </a:lnTo>
                <a:lnTo>
                  <a:pt x="10658475" y="1228725"/>
                </a:lnTo>
                <a:lnTo>
                  <a:pt x="10620375" y="1238250"/>
                </a:lnTo>
                <a:lnTo>
                  <a:pt x="10610850" y="1257300"/>
                </a:lnTo>
                <a:lnTo>
                  <a:pt x="10563225" y="1266825"/>
                </a:lnTo>
                <a:lnTo>
                  <a:pt x="10563225" y="1276350"/>
                </a:lnTo>
                <a:lnTo>
                  <a:pt x="10544175" y="1276350"/>
                </a:lnTo>
                <a:lnTo>
                  <a:pt x="10544175" y="1285875"/>
                </a:lnTo>
                <a:lnTo>
                  <a:pt x="10525125" y="1285875"/>
                </a:lnTo>
                <a:lnTo>
                  <a:pt x="10525125" y="1295400"/>
                </a:lnTo>
                <a:lnTo>
                  <a:pt x="10496550" y="1295400"/>
                </a:lnTo>
                <a:lnTo>
                  <a:pt x="10496550" y="1304925"/>
                </a:lnTo>
                <a:lnTo>
                  <a:pt x="10458450" y="1304925"/>
                </a:lnTo>
                <a:lnTo>
                  <a:pt x="10458450" y="1323975"/>
                </a:lnTo>
                <a:lnTo>
                  <a:pt x="10487025" y="1343025"/>
                </a:lnTo>
                <a:lnTo>
                  <a:pt x="10487025" y="1362075"/>
                </a:lnTo>
                <a:lnTo>
                  <a:pt x="10515600" y="1381125"/>
                </a:lnTo>
                <a:lnTo>
                  <a:pt x="10515600" y="1400175"/>
                </a:lnTo>
                <a:lnTo>
                  <a:pt x="10553700" y="1428750"/>
                </a:lnTo>
                <a:lnTo>
                  <a:pt x="10553700" y="1447800"/>
                </a:lnTo>
                <a:lnTo>
                  <a:pt x="10591800" y="1476375"/>
                </a:lnTo>
                <a:lnTo>
                  <a:pt x="10591800" y="1495425"/>
                </a:lnTo>
                <a:lnTo>
                  <a:pt x="10620375" y="1514475"/>
                </a:lnTo>
                <a:lnTo>
                  <a:pt x="10620375" y="1533525"/>
                </a:lnTo>
                <a:lnTo>
                  <a:pt x="10658475" y="1562100"/>
                </a:lnTo>
                <a:lnTo>
                  <a:pt x="10658475" y="1581150"/>
                </a:lnTo>
                <a:lnTo>
                  <a:pt x="10668000" y="1581150"/>
                </a:lnTo>
                <a:lnTo>
                  <a:pt x="10668000" y="1590675"/>
                </a:lnTo>
                <a:lnTo>
                  <a:pt x="10687050" y="1600200"/>
                </a:lnTo>
                <a:lnTo>
                  <a:pt x="10687050" y="1619250"/>
                </a:lnTo>
                <a:lnTo>
                  <a:pt x="10725150" y="1647825"/>
                </a:lnTo>
                <a:lnTo>
                  <a:pt x="10725150" y="1666875"/>
                </a:lnTo>
                <a:lnTo>
                  <a:pt x="10734675" y="1666875"/>
                </a:lnTo>
                <a:lnTo>
                  <a:pt x="10734675" y="1676400"/>
                </a:lnTo>
                <a:lnTo>
                  <a:pt x="10753725" y="1685925"/>
                </a:lnTo>
                <a:lnTo>
                  <a:pt x="10753725" y="1704975"/>
                </a:lnTo>
                <a:lnTo>
                  <a:pt x="10791825" y="1733550"/>
                </a:lnTo>
                <a:lnTo>
                  <a:pt x="10791825" y="1752600"/>
                </a:lnTo>
                <a:lnTo>
                  <a:pt x="10801350" y="1752600"/>
                </a:lnTo>
                <a:lnTo>
                  <a:pt x="10801350" y="1762125"/>
                </a:lnTo>
                <a:lnTo>
                  <a:pt x="10820400" y="1771650"/>
                </a:lnTo>
                <a:lnTo>
                  <a:pt x="10820400" y="1790700"/>
                </a:lnTo>
                <a:lnTo>
                  <a:pt x="10858500" y="1819275"/>
                </a:lnTo>
                <a:lnTo>
                  <a:pt x="10858500" y="1838325"/>
                </a:lnTo>
                <a:lnTo>
                  <a:pt x="10896600" y="1866900"/>
                </a:lnTo>
                <a:lnTo>
                  <a:pt x="10896600" y="1885950"/>
                </a:lnTo>
                <a:lnTo>
                  <a:pt x="10925175" y="1905000"/>
                </a:lnTo>
                <a:lnTo>
                  <a:pt x="10925175" y="1924050"/>
                </a:lnTo>
                <a:lnTo>
                  <a:pt x="10963275" y="1952625"/>
                </a:lnTo>
                <a:lnTo>
                  <a:pt x="10972800" y="1981200"/>
                </a:lnTo>
                <a:lnTo>
                  <a:pt x="10458450" y="1981200"/>
                </a:lnTo>
                <a:lnTo>
                  <a:pt x="10458450" y="1971675"/>
                </a:lnTo>
                <a:lnTo>
                  <a:pt x="10439400" y="1962150"/>
                </a:lnTo>
                <a:lnTo>
                  <a:pt x="10439400" y="1943100"/>
                </a:lnTo>
                <a:lnTo>
                  <a:pt x="10401300" y="1914525"/>
                </a:lnTo>
                <a:lnTo>
                  <a:pt x="10401300" y="1895475"/>
                </a:lnTo>
                <a:lnTo>
                  <a:pt x="10363200" y="1866900"/>
                </a:lnTo>
                <a:lnTo>
                  <a:pt x="10363200" y="1847850"/>
                </a:lnTo>
                <a:lnTo>
                  <a:pt x="10334625" y="1828800"/>
                </a:lnTo>
                <a:lnTo>
                  <a:pt x="10334625" y="1809750"/>
                </a:lnTo>
                <a:lnTo>
                  <a:pt x="10325100" y="1809750"/>
                </a:lnTo>
                <a:lnTo>
                  <a:pt x="10325100" y="1800225"/>
                </a:lnTo>
                <a:lnTo>
                  <a:pt x="10296525" y="1781175"/>
                </a:lnTo>
                <a:lnTo>
                  <a:pt x="10296525" y="1762125"/>
                </a:lnTo>
                <a:lnTo>
                  <a:pt x="10267950" y="1743075"/>
                </a:lnTo>
                <a:lnTo>
                  <a:pt x="10267950" y="1724025"/>
                </a:lnTo>
                <a:lnTo>
                  <a:pt x="10229850" y="1695450"/>
                </a:lnTo>
                <a:lnTo>
                  <a:pt x="10229850" y="1676400"/>
                </a:lnTo>
                <a:lnTo>
                  <a:pt x="10201275" y="1657350"/>
                </a:lnTo>
                <a:lnTo>
                  <a:pt x="10201275" y="1638300"/>
                </a:lnTo>
                <a:lnTo>
                  <a:pt x="10163175" y="1609725"/>
                </a:lnTo>
                <a:lnTo>
                  <a:pt x="10163175" y="1590675"/>
                </a:lnTo>
                <a:lnTo>
                  <a:pt x="10134600" y="1571625"/>
                </a:lnTo>
                <a:lnTo>
                  <a:pt x="10134600" y="1552575"/>
                </a:lnTo>
                <a:lnTo>
                  <a:pt x="10125075" y="1552575"/>
                </a:lnTo>
                <a:lnTo>
                  <a:pt x="10125075" y="1543050"/>
                </a:lnTo>
                <a:lnTo>
                  <a:pt x="10096500" y="1524000"/>
                </a:lnTo>
                <a:lnTo>
                  <a:pt x="10096500" y="1504950"/>
                </a:lnTo>
                <a:lnTo>
                  <a:pt x="10058400" y="1476375"/>
                </a:lnTo>
                <a:lnTo>
                  <a:pt x="10058400" y="1457325"/>
                </a:lnTo>
                <a:lnTo>
                  <a:pt x="10029825" y="1438275"/>
                </a:lnTo>
                <a:lnTo>
                  <a:pt x="10029825" y="1419225"/>
                </a:lnTo>
                <a:lnTo>
                  <a:pt x="9991725" y="1390650"/>
                </a:lnTo>
                <a:lnTo>
                  <a:pt x="9991725" y="1371600"/>
                </a:lnTo>
                <a:lnTo>
                  <a:pt x="9963150" y="1352550"/>
                </a:lnTo>
                <a:lnTo>
                  <a:pt x="9963150" y="1333500"/>
                </a:lnTo>
                <a:lnTo>
                  <a:pt x="9925050" y="1304925"/>
                </a:lnTo>
                <a:lnTo>
                  <a:pt x="9925050" y="1285875"/>
                </a:lnTo>
                <a:lnTo>
                  <a:pt x="9896475" y="1266825"/>
                </a:lnTo>
                <a:lnTo>
                  <a:pt x="9896475" y="1247775"/>
                </a:lnTo>
                <a:lnTo>
                  <a:pt x="9886950" y="1247775"/>
                </a:lnTo>
                <a:lnTo>
                  <a:pt x="9886950" y="1238250"/>
                </a:lnTo>
                <a:lnTo>
                  <a:pt x="9858375" y="1219200"/>
                </a:lnTo>
                <a:lnTo>
                  <a:pt x="9858375" y="1200150"/>
                </a:lnTo>
                <a:lnTo>
                  <a:pt x="9839325" y="1190625"/>
                </a:lnTo>
                <a:lnTo>
                  <a:pt x="9829800" y="1162050"/>
                </a:lnTo>
                <a:lnTo>
                  <a:pt x="9791700" y="1133475"/>
                </a:lnTo>
                <a:lnTo>
                  <a:pt x="9791700" y="1114425"/>
                </a:lnTo>
                <a:lnTo>
                  <a:pt x="9753600" y="1085850"/>
                </a:lnTo>
                <a:lnTo>
                  <a:pt x="9753600" y="1066800"/>
                </a:lnTo>
                <a:lnTo>
                  <a:pt x="9725025" y="1047750"/>
                </a:lnTo>
                <a:lnTo>
                  <a:pt x="9725025" y="1028700"/>
                </a:lnTo>
                <a:lnTo>
                  <a:pt x="9686925" y="1000125"/>
                </a:lnTo>
                <a:lnTo>
                  <a:pt x="9686925" y="981075"/>
                </a:lnTo>
                <a:lnTo>
                  <a:pt x="10248900" y="981075"/>
                </a:lnTo>
                <a:lnTo>
                  <a:pt x="10248900" y="971550"/>
                </a:lnTo>
                <a:lnTo>
                  <a:pt x="10296525" y="971550"/>
                </a:lnTo>
                <a:lnTo>
                  <a:pt x="10296525" y="962025"/>
                </a:lnTo>
                <a:lnTo>
                  <a:pt x="10325100" y="962025"/>
                </a:lnTo>
                <a:lnTo>
                  <a:pt x="10325100" y="952500"/>
                </a:lnTo>
                <a:lnTo>
                  <a:pt x="10372725" y="942975"/>
                </a:lnTo>
                <a:lnTo>
                  <a:pt x="10382250" y="923925"/>
                </a:lnTo>
                <a:lnTo>
                  <a:pt x="10401300" y="923925"/>
                </a:lnTo>
                <a:lnTo>
                  <a:pt x="10401300" y="914400"/>
                </a:lnTo>
                <a:lnTo>
                  <a:pt x="10458450" y="866775"/>
                </a:lnTo>
                <a:lnTo>
                  <a:pt x="10458450" y="847725"/>
                </a:lnTo>
                <a:lnTo>
                  <a:pt x="10477500" y="838200"/>
                </a:lnTo>
                <a:lnTo>
                  <a:pt x="10487025" y="790575"/>
                </a:lnTo>
                <a:lnTo>
                  <a:pt x="10496550" y="790575"/>
                </a:lnTo>
                <a:lnTo>
                  <a:pt x="10496550" y="771525"/>
                </a:lnTo>
                <a:lnTo>
                  <a:pt x="10506075" y="771525"/>
                </a:lnTo>
                <a:lnTo>
                  <a:pt x="10515600" y="647700"/>
                </a:lnTo>
                <a:lnTo>
                  <a:pt x="10506075" y="647700"/>
                </a:lnTo>
                <a:lnTo>
                  <a:pt x="10506075" y="609600"/>
                </a:lnTo>
                <a:lnTo>
                  <a:pt x="10496550" y="609600"/>
                </a:lnTo>
                <a:lnTo>
                  <a:pt x="10487025" y="552450"/>
                </a:lnTo>
                <a:lnTo>
                  <a:pt x="10467975" y="542925"/>
                </a:lnTo>
                <a:lnTo>
                  <a:pt x="10467975" y="523875"/>
                </a:lnTo>
                <a:lnTo>
                  <a:pt x="10448925" y="514350"/>
                </a:lnTo>
                <a:lnTo>
                  <a:pt x="10448925" y="495300"/>
                </a:lnTo>
                <a:lnTo>
                  <a:pt x="10439400" y="495300"/>
                </a:lnTo>
                <a:lnTo>
                  <a:pt x="10410825" y="457200"/>
                </a:lnTo>
                <a:lnTo>
                  <a:pt x="10391775" y="457200"/>
                </a:lnTo>
                <a:lnTo>
                  <a:pt x="10382250" y="438150"/>
                </a:lnTo>
                <a:lnTo>
                  <a:pt x="10363200" y="438150"/>
                </a:lnTo>
                <a:lnTo>
                  <a:pt x="10363200" y="428625"/>
                </a:lnTo>
                <a:lnTo>
                  <a:pt x="10344150" y="428625"/>
                </a:lnTo>
                <a:lnTo>
                  <a:pt x="10344150" y="419100"/>
                </a:lnTo>
                <a:lnTo>
                  <a:pt x="10325100" y="419100"/>
                </a:lnTo>
                <a:lnTo>
                  <a:pt x="10325100" y="409575"/>
                </a:lnTo>
                <a:lnTo>
                  <a:pt x="10296525" y="409575"/>
                </a:lnTo>
                <a:lnTo>
                  <a:pt x="10296525" y="400050"/>
                </a:lnTo>
                <a:lnTo>
                  <a:pt x="9563100" y="400050"/>
                </a:lnTo>
                <a:lnTo>
                  <a:pt x="9563100" y="390525"/>
                </a:lnTo>
                <a:lnTo>
                  <a:pt x="9553575" y="390525"/>
                </a:lnTo>
                <a:lnTo>
                  <a:pt x="9553575" y="1981200"/>
                </a:lnTo>
                <a:lnTo>
                  <a:pt x="9115425" y="19812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0" name="line#111"/>
          <p:cNvSpPr>
            <a:spLocks noGrp="1"/>
          </p:cNvSpPr>
          <p:nvPr/>
        </p:nvSpPr>
        <p:spPr>
          <a:xfrm>
            <a:off x="2618727" y="19670107"/>
            <a:ext cx="44945902" cy="26726"/>
          </a:xfrm>
          <a:custGeom>
            <a:avLst/>
            <a:gdLst/>
            <a:ahLst/>
            <a:cxnLst/>
            <a:pathLst>
              <a:path w="16021050" h="9525">
                <a:moveTo>
                  <a:pt x="0" y="0"/>
                </a:moveTo>
                <a:lnTo>
                  <a:pt x="16021050" y="0"/>
                </a:lnTo>
              </a:path>
            </a:pathLst>
          </a:custGeom>
          <a:noFill/>
          <a:ln w="21381">
            <a:solidFill>
              <a:srgbClr val="33383C"/>
            </a:solidFill>
          </a:ln>
        </p:spPr>
      </p:sp>
      <p:sp>
        <p:nvSpPr>
          <p:cNvPr id="111" name="official-footer-left#112"/>
          <p:cNvSpPr>
            <a:spLocks noGrp="1"/>
          </p:cNvSpPr>
          <p:nvPr/>
        </p:nvSpPr>
        <p:spPr>
          <a:xfrm>
            <a:off x="2618727" y="19910638"/>
            <a:ext cx="17369106" cy="748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lnSpc>
                <a:spcPct val="113000"/>
              </a:lnSpc>
              <a:buNone/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210" b="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Anker 首届黑客松挑战赛</a:t>
            </a:r>
            <a:endParaRPr sz="4210" b="0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112" name="official-footer-right#113"/>
          <p:cNvSpPr>
            <a:spLocks noGrp="1"/>
          </p:cNvSpPr>
          <p:nvPr/>
        </p:nvSpPr>
        <p:spPr>
          <a:xfrm>
            <a:off x="33669344" y="19910638"/>
            <a:ext cx="13895285" cy="7483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r">
              <a:lnSpc>
                <a:spcPct val="113000"/>
              </a:lnSpc>
              <a:buNone/>
              <a:defRPr sz="421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210" b="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让创造发生·让世界看见</a:t>
            </a:r>
            <a:endParaRPr sz="4210" b="0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</Words>
  <Application>WPS 表格</Application>
  <PresentationFormat>自定义</PresentationFormat>
  <Paragraphs>154</Paragraphs>
  <Slides>8</Slides>
  <Notes>8</Notes>
  <HiddenSlides>1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宋体</vt:lpstr>
      <vt:lpstr>Wingdings</vt:lpstr>
      <vt:lpstr>Noto Sans SC Black</vt:lpstr>
      <vt:lpstr>Thonburi</vt:lpstr>
      <vt:lpstr>Arial Black</vt:lpstr>
      <vt:lpstr>Noto Sans SC</vt:lpstr>
      <vt:lpstr>宋体</vt:lpstr>
      <vt:lpstr>汉仪书宋二KW</vt:lpstr>
      <vt:lpstr>微软雅黑</vt:lpstr>
      <vt:lpstr>方正雅意黑 GB18030L2</vt:lpstr>
      <vt:lpstr>Arial Unicode MS</vt:lpstr>
      <vt:lpstr>Aptos</vt:lpstr>
      <vt:lpstr>Helvetica Neue</vt:lpstr>
      <vt:lpstr>Calibri</vt:lpstr>
      <vt:lpstr>Arial Black</vt:lpstr>
      <vt:lpstr>Noto Sans SC Black</vt:lpstr>
      <vt:lpstr>苹方-简</vt:lpstr>
      <vt:lpstr>PingFang SC</vt:lpstr>
      <vt:lpstr>PingFang SC Semibold</vt:lpstr>
      <vt:lpstr>PingFang SC Regular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Enjing Jiang</cp:lastModifiedBy>
  <cp:revision>5</cp:revision>
  <dcterms:created xsi:type="dcterms:W3CDTF">2026-10-17T06:25:03Z</dcterms:created>
  <dcterms:modified xsi:type="dcterms:W3CDTF">2026-10-17T06:25:03Z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AD96A498BEFC84EBBF14D36A4B7B1B44_43</vt:lpwstr>
  </property>
  <property fmtid="{D5CDD505-2E9C-101B-9397-08002B2CF9AE}" pid="3" name="KSOProductBuildVer">
    <vt:lpwstr>2052-12.1.26046.26046</vt:lpwstr>
  </property>
</Properties>
</file>